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7" r:id="rId1"/>
    <p:sldMasterId id="2147483748" r:id="rId2"/>
    <p:sldMasterId id="2147483755" r:id="rId3"/>
    <p:sldMasterId id="2147483682" r:id="rId4"/>
    <p:sldMasterId id="2147483769" r:id="rId5"/>
    <p:sldMasterId id="2147483692" r:id="rId6"/>
    <p:sldMasterId id="2147483660" r:id="rId7"/>
  </p:sldMasterIdLst>
  <p:notesMasterIdLst>
    <p:notesMasterId r:id="rId21"/>
  </p:notesMasterIdLst>
  <p:handoutMasterIdLst>
    <p:handoutMasterId r:id="rId22"/>
  </p:handoutMasterIdLst>
  <p:sldIdLst>
    <p:sldId id="290" r:id="rId8"/>
    <p:sldId id="296" r:id="rId9"/>
    <p:sldId id="305" r:id="rId10"/>
    <p:sldId id="306" r:id="rId11"/>
    <p:sldId id="307" r:id="rId12"/>
    <p:sldId id="308" r:id="rId13"/>
    <p:sldId id="311" r:id="rId14"/>
    <p:sldId id="312" r:id="rId15"/>
    <p:sldId id="313" r:id="rId16"/>
    <p:sldId id="314" r:id="rId17"/>
    <p:sldId id="315" r:id="rId18"/>
    <p:sldId id="316" r:id="rId19"/>
    <p:sldId id="300" r:id="rId20"/>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97AD"/>
    <a:srgbClr val="E6002E"/>
    <a:srgbClr val="E6002F"/>
    <a:srgbClr val="000000"/>
    <a:srgbClr val="EE1F3C"/>
    <a:srgbClr val="7F7F7F"/>
    <a:srgbClr val="DB3943"/>
    <a:srgbClr val="EF1D3B"/>
    <a:srgbClr val="DB3842"/>
    <a:srgbClr val="4140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14" autoAdjust="0"/>
    <p:restoredTop sz="70190" autoAdjust="0"/>
  </p:normalViewPr>
  <p:slideViewPr>
    <p:cSldViewPr>
      <p:cViewPr varScale="1">
        <p:scale>
          <a:sx n="86" d="100"/>
          <a:sy n="86" d="100"/>
        </p:scale>
        <p:origin x="488" y="40"/>
      </p:cViewPr>
      <p:guideLst/>
    </p:cSldViewPr>
  </p:slideViewPr>
  <p:outlineViewPr>
    <p:cViewPr>
      <p:scale>
        <a:sx n="33" d="100"/>
        <a:sy n="33" d="100"/>
      </p:scale>
      <p:origin x="0" y="0"/>
    </p:cViewPr>
  </p:outlineViewPr>
  <p:notesTextViewPr>
    <p:cViewPr>
      <p:scale>
        <a:sx n="110" d="100"/>
        <a:sy n="11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73A2117-7156-464B-A32B-D11C422FB451}"/>
              </a:ext>
            </a:extLst>
          </p:cNvPr>
          <p:cNvSpPr>
            <a:spLocks noGrp="1"/>
          </p:cNvSpPr>
          <p:nvPr>
            <p:ph type="hdr" sz="quarter"/>
          </p:nvPr>
        </p:nvSpPr>
        <p:spPr>
          <a:xfrm>
            <a:off x="0" y="0"/>
            <a:ext cx="2971800" cy="459317"/>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84AC69-FC3C-E14B-9D9D-00936CAFF64F}"/>
              </a:ext>
            </a:extLst>
          </p:cNvPr>
          <p:cNvSpPr>
            <a:spLocks noGrp="1"/>
          </p:cNvSpPr>
          <p:nvPr>
            <p:ph type="dt" sz="quarter" idx="1"/>
          </p:nvPr>
        </p:nvSpPr>
        <p:spPr>
          <a:xfrm>
            <a:off x="3885010" y="0"/>
            <a:ext cx="2971800" cy="459317"/>
          </a:xfrm>
          <a:prstGeom prst="rect">
            <a:avLst/>
          </a:prstGeom>
        </p:spPr>
        <p:txBody>
          <a:bodyPr vert="horz" lIns="91440" tIns="45720" rIns="91440" bIns="45720" rtlCol="0"/>
          <a:lstStyle>
            <a:lvl1pPr algn="r">
              <a:defRPr sz="1200"/>
            </a:lvl1pPr>
          </a:lstStyle>
          <a:p>
            <a:fld id="{A70AE70C-D509-4E4B-9352-79C3D11520D1}" type="datetimeFigureOut">
              <a:rPr lang="de-DE" smtClean="0"/>
              <a:t>24.03.2026</a:t>
            </a:fld>
            <a:endParaRPr lang="de-DE"/>
          </a:p>
        </p:txBody>
      </p:sp>
      <p:sp>
        <p:nvSpPr>
          <p:cNvPr id="4" name="Fußzeilenplatzhalter 3">
            <a:extLst>
              <a:ext uri="{FF2B5EF4-FFF2-40B4-BE49-F238E27FC236}">
                <a16:creationId xmlns:a16="http://schemas.microsoft.com/office/drawing/2014/main" id="{9FFC5A2D-F8EA-2A48-B4F9-46DA29E7F731}"/>
              </a:ext>
            </a:extLst>
          </p:cNvPr>
          <p:cNvSpPr>
            <a:spLocks noGrp="1"/>
          </p:cNvSpPr>
          <p:nvPr>
            <p:ph type="ftr" sz="quarter" idx="2"/>
          </p:nvPr>
        </p:nvSpPr>
        <p:spPr>
          <a:xfrm>
            <a:off x="0" y="8684685"/>
            <a:ext cx="2971800" cy="459316"/>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8A313281-26CF-9F44-9054-48901392330E}"/>
              </a:ext>
            </a:extLst>
          </p:cNvPr>
          <p:cNvSpPr>
            <a:spLocks noGrp="1"/>
          </p:cNvSpPr>
          <p:nvPr>
            <p:ph type="sldNum" sz="quarter" idx="3"/>
          </p:nvPr>
        </p:nvSpPr>
        <p:spPr>
          <a:xfrm>
            <a:off x="3885010" y="8684685"/>
            <a:ext cx="2971800" cy="459316"/>
          </a:xfrm>
          <a:prstGeom prst="rect">
            <a:avLst/>
          </a:prstGeom>
        </p:spPr>
        <p:txBody>
          <a:bodyPr vert="horz" lIns="91440" tIns="45720" rIns="91440" bIns="45720" rtlCol="0" anchor="b"/>
          <a:lstStyle>
            <a:lvl1pPr algn="r">
              <a:defRPr sz="1200"/>
            </a:lvl1pPr>
          </a:lstStyle>
          <a:p>
            <a:fld id="{78E837A5-4E29-AD49-B1D8-E1C9E0E444DD}" type="slidenum">
              <a:rPr lang="de-DE" smtClean="0"/>
              <a:t>‹#›</a:t>
            </a:fld>
            <a:endParaRPr lang="de-DE"/>
          </a:p>
        </p:txBody>
      </p:sp>
    </p:spTree>
    <p:extLst>
      <p:ext uri="{BB962C8B-B14F-4D97-AF65-F5344CB8AC3E}">
        <p14:creationId xmlns:p14="http://schemas.microsoft.com/office/powerpoint/2010/main" val="1710811900"/>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CH" dirty="0"/>
          </a:p>
        </p:txBody>
      </p:sp>
      <p:sp>
        <p:nvSpPr>
          <p:cNvPr id="3" name="Datumsplatzhalter 2"/>
          <p:cNvSpPr>
            <a:spLocks noGrp="1"/>
          </p:cNvSpPr>
          <p:nvPr>
            <p:ph type="dt" idx="1"/>
          </p:nvPr>
        </p:nvSpPr>
        <p:spPr>
          <a:xfrm>
            <a:off x="3885010" y="0"/>
            <a:ext cx="2971800" cy="457200"/>
          </a:xfrm>
          <a:prstGeom prst="rect">
            <a:avLst/>
          </a:prstGeom>
        </p:spPr>
        <p:txBody>
          <a:bodyPr vert="horz" lIns="91440" tIns="45720" rIns="91440" bIns="45720" rtlCol="0"/>
          <a:lstStyle>
            <a:lvl1pPr algn="r">
              <a:defRPr sz="1200"/>
            </a:lvl1pPr>
          </a:lstStyle>
          <a:p>
            <a:fld id="{B77602DA-7CEE-4298-AF4B-1C87D65BAB06}" type="datetimeFigureOut">
              <a:rPr lang="de-CH" smtClean="0"/>
              <a:t>24.03.2026</a:t>
            </a:fld>
            <a:endParaRPr lang="de-CH"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CH" dirty="0"/>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4684"/>
            <a:ext cx="2971800" cy="457200"/>
          </a:xfrm>
          <a:prstGeom prst="rect">
            <a:avLst/>
          </a:prstGeom>
        </p:spPr>
        <p:txBody>
          <a:bodyPr vert="horz" lIns="91440" tIns="45720" rIns="91440" bIns="45720" rtlCol="0" anchor="b"/>
          <a:lstStyle>
            <a:lvl1pPr algn="l">
              <a:defRPr sz="1200"/>
            </a:lvl1pPr>
          </a:lstStyle>
          <a:p>
            <a:endParaRPr lang="de-CH" dirty="0"/>
          </a:p>
        </p:txBody>
      </p:sp>
      <p:sp>
        <p:nvSpPr>
          <p:cNvPr id="7" name="Foliennummernplatzhalter 6"/>
          <p:cNvSpPr>
            <a:spLocks noGrp="1"/>
          </p:cNvSpPr>
          <p:nvPr>
            <p:ph type="sldNum" sz="quarter" idx="5"/>
          </p:nvPr>
        </p:nvSpPr>
        <p:spPr>
          <a:xfrm>
            <a:off x="3885010" y="8684684"/>
            <a:ext cx="2971800" cy="457200"/>
          </a:xfrm>
          <a:prstGeom prst="rect">
            <a:avLst/>
          </a:prstGeom>
        </p:spPr>
        <p:txBody>
          <a:bodyPr vert="horz" lIns="91440" tIns="45720" rIns="91440" bIns="45720" rtlCol="0" anchor="b"/>
          <a:lstStyle>
            <a:lvl1pPr algn="r">
              <a:defRPr sz="1200"/>
            </a:lvl1pPr>
          </a:lstStyle>
          <a:p>
            <a:fld id="{B2B24C57-7758-4EF8-8A0E-FE171C8C1817}" type="slidenum">
              <a:rPr lang="de-CH" smtClean="0"/>
              <a:t>‹#›</a:t>
            </a:fld>
            <a:endParaRPr lang="de-CH" dirty="0"/>
          </a:p>
        </p:txBody>
      </p:sp>
    </p:spTree>
    <p:extLst>
      <p:ext uri="{BB962C8B-B14F-4D97-AF65-F5344CB8AC3E}">
        <p14:creationId xmlns:p14="http://schemas.microsoft.com/office/powerpoint/2010/main" val="1455434690"/>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of you may remember that we presented SelfHelp here in 2021. Today I want to build on that and show how much the platform has changed since then.</a:t>
            </a:r>
          </a:p>
          <a:p/>
          <a:p>
            <a:r>
              <a:t>The main message is simple. SelfHelp is no longer just a website system. It has grown into a platform for complete digital programs.</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2</a:t>
            </a:fld>
            <a:endParaRPr lang="de-CH" dirty="0"/>
          </a:p>
        </p:txBody>
      </p:sp>
    </p:spTree>
    <p:extLst>
      <p:ext uri="{BB962C8B-B14F-4D97-AF65-F5344CB8AC3E}">
        <p14:creationId xmlns:p14="http://schemas.microsoft.com/office/powerpoint/2010/main" val="4100854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I had to explain SelfHelp in one sentence, I would call it a platform for running digital programs.</a:t>
            </a:r>
          </a:p>
          <a:p/>
          <a:p>
            <a:r>
              <a:t>What makes it useful is that it brings together pieces that are often separate. Content, assessments, workflows, and mobile delivery can all live in the same system.</a:t>
            </a:r>
          </a:p>
          <a:p/>
          <a:p>
            <a:r>
              <a:t>That makes projects easier to build, easier to adapt, and easier to manage over time. And because it can run under university control, it also fits settings where governance and data protection matter.</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3</a:t>
            </a:fld>
            <a:endParaRPr lang="de-CH" dirty="0"/>
          </a:p>
        </p:txBody>
      </p:sp>
    </p:spTree>
    <p:extLst>
      <p:ext uri="{BB962C8B-B14F-4D97-AF65-F5344CB8AC3E}">
        <p14:creationId xmlns:p14="http://schemas.microsoft.com/office/powerpoint/2010/main" val="24964283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easiest way to understand the evolution is to look at what changed at each stage.</a:t>
            </a:r>
          </a:p>
          <a:p/>
          <a:p>
            <a:r>
              <a:t>In 2021, SelfHelp was mainly presented as a platform for self-help and research websites. By 2023, it had become more modular and more practical to run, with better page structure, scheduling, and mobile integration.</a:t>
            </a:r>
          </a:p>
          <a:p/>
          <a:p>
            <a:r>
              <a:t>Then from 2024 to 2026, a lot of the progress happened underneath the surface. The data model became stronger, workflows became more systematic, permissions became clearer, and two-factor authentication was added.</a:t>
            </a:r>
          </a:p>
          <a:p/>
          <a:p>
            <a:r>
              <a:t>Once that base became stronger, it made sense to add AI in a more serious way. So the direction is clear. SelfHelp started as a content platform, and it is now growing into a platform for structured digital programs.</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4</a:t>
            </a:fld>
            <a:endParaRPr lang="de-CH" dirty="0"/>
          </a:p>
        </p:txBody>
      </p:sp>
    </p:spTree>
    <p:extLst>
      <p:ext uri="{BB962C8B-B14F-4D97-AF65-F5344CB8AC3E}">
        <p14:creationId xmlns:p14="http://schemas.microsoft.com/office/powerpoint/2010/main" val="813772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means in practice is that a team can take an idea and turn it into a full user journey.</a:t>
            </a:r>
          </a:p>
          <a:p/>
          <a:p>
            <a:r>
              <a:t>With SelfHelp, you can build a complete digital program: onboarding, content, structured assessments, reminders, and follow-up. That can all happen in one environment instead of being spread across disconnected tools.</a:t>
            </a:r>
          </a:p>
          <a:p/>
          <a:p>
            <a:r>
              <a:t>People can move through the program step by step. The system can adjust content, timing, and next actions based on role, group, language, or what already happened before.</a:t>
            </a:r>
          </a:p>
          <a:p/>
          <a:p>
            <a:r>
              <a:t>So the value is not only that SelfHelp can publish content. It can run a process over time.</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5</a:t>
            </a:fld>
            <a:endParaRPr lang="de-CH" dirty="0"/>
          </a:p>
        </p:txBody>
      </p:sp>
    </p:spTree>
    <p:extLst>
      <p:ext uri="{BB962C8B-B14F-4D97-AF65-F5344CB8AC3E}">
        <p14:creationId xmlns:p14="http://schemas.microsoft.com/office/powerpoint/2010/main" val="2924596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Another important part of the story is how SelfHelp grows.</a:t>
            </a:r>
          </a:p>
          <a:p/>
          <a:p>
            <a:r>
              <a:t>It grows through plugins. That means new capabilities can be added without rebuilding the core platform every time.</a:t>
            </a:r>
          </a:p>
          <a:p/>
          <a:p>
            <a:r>
              <a:t>Some of those plugins matter mainly in the background. External authentication helps with institutional access. Lab.js brings browser-based experiments into the same environment. R integration supports more advanced analysis. And custom formulas allow scoring and derived values directly in the system.</a:t>
            </a:r>
          </a:p>
          <a:p/>
          <a:p>
            <a:r>
              <a:t>On top of that, there are also newer plugins that are much more visible from the user side. Those are the three I want to show next.</a:t>
            </a:r>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6</a:t>
            </a:fld>
            <a:endParaRPr lang="de-CH" dirty="0"/>
          </a:p>
        </p:txBody>
      </p:sp>
    </p:spTree>
    <p:extLst>
      <p:ext uri="{BB962C8B-B14F-4D97-AF65-F5344CB8AC3E}">
        <p14:creationId xmlns:p14="http://schemas.microsoft.com/office/powerpoint/2010/main" val="64663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CBA1-831A-CFDE-04AC-289572E07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F9118-83F4-93DC-9A3B-2F9B5333F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C88435-5FE5-822C-0FD5-EDDA51AF7FA2}"/>
              </a:ext>
            </a:extLst>
          </p:cNvPr>
          <p:cNvSpPr>
            <a:spLocks noGrp="1"/>
          </p:cNvSpPr>
          <p:nvPr>
            <p:ph type="body" idx="1"/>
          </p:nvPr>
        </p:nvSpPr>
        <p:spPr/>
        <p:txBody>
          <a:bodyPr/>
          <a:lstStyle/>
          <a:p>
            <a:r>
              <a:t>SurveyJS is a good example of how SelfHelp has moved beyond simple forms.</a:t>
            </a:r>
          </a:p>
          <a:p/>
          <a:p>
            <a:r>
              <a:t>The key point is not only that surveys can be created. The key point is that they can be managed properly inside the platform. They can be versioned, scheduled, edited later, and connected to dashboards.</a:t>
            </a:r>
          </a:p>
          <a:p/>
          <a:p>
            <a:r>
              <a:t>That improves data quality and makes repeated assessment much easier to handle. It also makes the assessment layer more flexible, because responses can include files and voice recordings.</a:t>
            </a:r>
          </a:p>
          <a:p/>
          <a:p>
            <a:r>
              <a:t>So SurveyJS makes SelfHelp a much stronger environment for structured data collection over time.</a:t>
            </a:r>
          </a:p>
        </p:txBody>
      </p:sp>
      <p:sp>
        <p:nvSpPr>
          <p:cNvPr id="4" name="Footer Placeholder 3">
            <a:extLst>
              <a:ext uri="{FF2B5EF4-FFF2-40B4-BE49-F238E27FC236}">
                <a16:creationId xmlns:a16="http://schemas.microsoft.com/office/drawing/2014/main" id="{C70A3980-4F96-680C-AB91-1DAD1C07773C}"/>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BE7BE6C5-363F-C146-4BBD-10E1C58BA282}"/>
              </a:ext>
            </a:extLst>
          </p:cNvPr>
          <p:cNvSpPr>
            <a:spLocks noGrp="1"/>
          </p:cNvSpPr>
          <p:nvPr>
            <p:ph type="sldNum" sz="quarter" idx="5"/>
          </p:nvPr>
        </p:nvSpPr>
        <p:spPr/>
        <p:txBody>
          <a:bodyPr/>
          <a:lstStyle/>
          <a:p>
            <a:fld id="{B2B24C57-7758-4EF8-8A0E-FE171C8C1817}" type="slidenum">
              <a:rPr lang="de-CH" smtClean="0"/>
              <a:t>7</a:t>
            </a:fld>
            <a:endParaRPr lang="de-CH" dirty="0"/>
          </a:p>
        </p:txBody>
      </p:sp>
    </p:spTree>
    <p:extLst>
      <p:ext uri="{BB962C8B-B14F-4D97-AF65-F5344CB8AC3E}">
        <p14:creationId xmlns:p14="http://schemas.microsoft.com/office/powerpoint/2010/main" val="1843894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3C98D-832D-24EF-F439-94AE50ABF0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99972-DC92-1E79-013B-C6FBE5978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443FE-D302-E791-982C-914EB22C0EEB}"/>
              </a:ext>
            </a:extLst>
          </p:cNvPr>
          <p:cNvSpPr>
            <a:spLocks noGrp="1"/>
          </p:cNvSpPr>
          <p:nvPr>
            <p:ph type="body" idx="1"/>
          </p:nvPr>
        </p:nvSpPr>
        <p:spPr/>
        <p:txBody>
          <a:bodyPr/>
          <a:lstStyle/>
          <a:p>
            <a:r>
              <a:t>The LLM plugin should not be understood as just a chatbot. It is better understood as a controlled and testable AI component.</a:t>
            </a:r>
          </a:p>
          <a:p/>
          <a:p>
            <a:r>
              <a:t>It lets us place a purpose-built assistant inside a page, with a clear role and a clear context. A very important part of that is prompt management. Prompts can be versioned, tested, replayed, and improved before they are used in a real setting.</a:t>
            </a:r>
          </a:p>
          <a:p/>
          <a:p>
            <a:r>
              <a:t>The plugin can also work with files, images, and voice input. And it can return either normal conversation or structured JSON output, including formats that fit OpenAI-style workflows.</a:t>
            </a:r>
          </a:p>
          <a:p/>
          <a:p>
            <a:r>
              <a:t>That matters because it makes AI output easier to connect back into the platform in a controlled way. And right now, we are using the university's local LLM infrastructure, which means the interaction stays inside the university environment.</a:t>
            </a:r>
          </a:p>
        </p:txBody>
      </p:sp>
      <p:sp>
        <p:nvSpPr>
          <p:cNvPr id="4" name="Footer Placeholder 3">
            <a:extLst>
              <a:ext uri="{FF2B5EF4-FFF2-40B4-BE49-F238E27FC236}">
                <a16:creationId xmlns:a16="http://schemas.microsoft.com/office/drawing/2014/main" id="{4B0D54A2-C99D-0259-553D-67D9BD8FC377}"/>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2B7CAFEF-2430-8E76-3B97-DF23FF4EBF0B}"/>
              </a:ext>
            </a:extLst>
          </p:cNvPr>
          <p:cNvSpPr>
            <a:spLocks noGrp="1"/>
          </p:cNvSpPr>
          <p:nvPr>
            <p:ph type="sldNum" sz="quarter" idx="5"/>
          </p:nvPr>
        </p:nvSpPr>
        <p:spPr/>
        <p:txBody>
          <a:bodyPr/>
          <a:lstStyle/>
          <a:p>
            <a:fld id="{B2B24C57-7758-4EF8-8A0E-FE171C8C1817}" type="slidenum">
              <a:rPr lang="de-CH" smtClean="0"/>
              <a:t>8</a:t>
            </a:fld>
            <a:endParaRPr lang="de-CH" dirty="0"/>
          </a:p>
        </p:txBody>
      </p:sp>
    </p:spTree>
    <p:extLst>
      <p:ext uri="{BB962C8B-B14F-4D97-AF65-F5344CB8AC3E}">
        <p14:creationId xmlns:p14="http://schemas.microsoft.com/office/powerpoint/2010/main" val="1882533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BDAA-FF18-F086-060A-365FE14AB6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3F5D5-0117-CAE1-D7A9-A1035F315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DA8EB-9C5D-D052-4D80-D6B286FA67B0}"/>
              </a:ext>
            </a:extLst>
          </p:cNvPr>
          <p:cNvSpPr>
            <a:spLocks noGrp="1"/>
          </p:cNvSpPr>
          <p:nvPr>
            <p:ph type="body" idx="1"/>
          </p:nvPr>
        </p:nvSpPr>
        <p:spPr/>
        <p:txBody>
          <a:bodyPr/>
          <a:lstStyle/>
          <a:p>
            <a:r>
              <a:t>The therapy chat plugin is probably the most distinctive part of the current platform.</a:t>
            </a:r>
          </a:p>
          <a:p/>
          <a:p>
            <a:r>
              <a:t>The key idea is supervised communication. A user can interact with AI, but therapists remain present through their own dashboard. They can review conversations, step in directly, write notes, generate drafts, and manage risk status.</a:t>
            </a:r>
          </a:p>
          <a:p/>
          <a:p>
            <a:r>
              <a:t>It is also important that this can run without AI. That means the same framework can support both AI-assisted and human-only communication.</a:t>
            </a:r>
          </a:p>
          <a:p/>
          <a:p>
            <a:r>
              <a:t>That makes it interesting not only for service delivery, but also for research, because different communication models can be compared in the same environment.</a:t>
            </a:r>
          </a:p>
        </p:txBody>
      </p:sp>
      <p:sp>
        <p:nvSpPr>
          <p:cNvPr id="4" name="Footer Placeholder 3">
            <a:extLst>
              <a:ext uri="{FF2B5EF4-FFF2-40B4-BE49-F238E27FC236}">
                <a16:creationId xmlns:a16="http://schemas.microsoft.com/office/drawing/2014/main" id="{4CE6DB36-8F8E-DF72-82DE-BEC4FF496E44}"/>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ECFA9E6B-8304-7FC3-541A-4F090D538FD5}"/>
              </a:ext>
            </a:extLst>
          </p:cNvPr>
          <p:cNvSpPr>
            <a:spLocks noGrp="1"/>
          </p:cNvSpPr>
          <p:nvPr>
            <p:ph type="sldNum" sz="quarter" idx="5"/>
          </p:nvPr>
        </p:nvSpPr>
        <p:spPr/>
        <p:txBody>
          <a:bodyPr/>
          <a:lstStyle/>
          <a:p>
            <a:fld id="{B2B24C57-7758-4EF8-8A0E-FE171C8C1817}" type="slidenum">
              <a:rPr lang="de-CH" smtClean="0"/>
              <a:t>9</a:t>
            </a:fld>
            <a:endParaRPr lang="de-CH" dirty="0"/>
          </a:p>
        </p:txBody>
      </p:sp>
    </p:spTree>
    <p:extLst>
      <p:ext uri="{BB962C8B-B14F-4D97-AF65-F5344CB8AC3E}">
        <p14:creationId xmlns:p14="http://schemas.microsoft.com/office/powerpoint/2010/main" val="7280257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ECEC-D942-F521-BBF1-2976C55A4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53ECC2-0E33-62C2-BE01-1B33EAFCC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7717BD-A01B-82D9-BB29-F4FCE2A9B667}"/>
              </a:ext>
            </a:extLst>
          </p:cNvPr>
          <p:cNvSpPr>
            <a:spLocks noGrp="1"/>
          </p:cNvSpPr>
          <p:nvPr>
            <p:ph type="body" idx="1"/>
          </p:nvPr>
        </p:nvSpPr>
        <p:spPr/>
        <p:txBody>
          <a:bodyPr/>
          <a:lstStyle/>
          <a:p>
            <a:r>
              <a:t>The mobile app matters because digital programs rarely stay on the desktop.</a:t>
            </a:r>
          </a:p>
          <a:p/>
          <a:p>
            <a:r>
              <a:t>SelfHelp already has a mobile frontend that uses the same platform logic. Surveys, AI chat, therapy chat, notifications, camera input, and microphone input are already part of that picture.</a:t>
            </a:r>
          </a:p>
          <a:p/>
          <a:p>
            <a:r>
              <a:t>That makes repeated interaction much easier in real life. People can respond, upload, reflect, or interact when it fits their day, not only when they are sitting at a computer.</a:t>
            </a:r>
          </a:p>
          <a:p/>
          <a:p>
            <a:r>
              <a:t>So the same program can stay with the user across different situations, instead of being split across separate tools.</a:t>
            </a:r>
          </a:p>
        </p:txBody>
      </p:sp>
      <p:sp>
        <p:nvSpPr>
          <p:cNvPr id="4" name="Footer Placeholder 3">
            <a:extLst>
              <a:ext uri="{FF2B5EF4-FFF2-40B4-BE49-F238E27FC236}">
                <a16:creationId xmlns:a16="http://schemas.microsoft.com/office/drawing/2014/main" id="{A8CD1FA4-A708-A3ED-6E03-23CF5E859E51}"/>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DA2781B-3470-3A81-4F37-63F382895456}"/>
              </a:ext>
            </a:extLst>
          </p:cNvPr>
          <p:cNvSpPr>
            <a:spLocks noGrp="1"/>
          </p:cNvSpPr>
          <p:nvPr>
            <p:ph type="sldNum" sz="quarter" idx="5"/>
          </p:nvPr>
        </p:nvSpPr>
        <p:spPr/>
        <p:txBody>
          <a:bodyPr/>
          <a:lstStyle/>
          <a:p>
            <a:fld id="{B2B24C57-7758-4EF8-8A0E-FE171C8C1817}" type="slidenum">
              <a:rPr lang="de-CH" smtClean="0"/>
              <a:t>10</a:t>
            </a:fld>
            <a:endParaRPr lang="de-CH" dirty="0"/>
          </a:p>
        </p:txBody>
      </p:sp>
    </p:spTree>
    <p:extLst>
      <p:ext uri="{BB962C8B-B14F-4D97-AF65-F5344CB8AC3E}">
        <p14:creationId xmlns:p14="http://schemas.microsoft.com/office/powerpoint/2010/main" val="2118567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8907-36D6-514D-8284-62C7B12BC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521DB7-7248-18A2-70B0-CD8D8B247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CFCB7-75F1-C78B-6C21-EC7D0099677D}"/>
              </a:ext>
            </a:extLst>
          </p:cNvPr>
          <p:cNvSpPr>
            <a:spLocks noGrp="1"/>
          </p:cNvSpPr>
          <p:nvPr>
            <p:ph type="body" idx="1"/>
          </p:nvPr>
        </p:nvSpPr>
        <p:spPr/>
        <p:txBody>
          <a:bodyPr/>
          <a:lstStyle/>
          <a:p>
            <a:r>
              <a:t>It is also useful to compare SelfHelp with other open and self-hosted tools.</a:t>
            </a:r>
          </a:p>
          <a:p/>
          <a:p>
            <a:r>
              <a:t>LimeSurvey is very strong for surveys. JATOS and formr are strong for online studies. Moodle is strong for learning delivery.</a:t>
            </a:r>
          </a:p>
          <a:p/>
          <a:p>
            <a:r>
              <a:t>SelfHelp is strongest in a different kind of case. It becomes most valuable when content, data collection, workflows, mobile use, permissions, and AI all need to stay connected in one locally controlled system.</a:t>
            </a:r>
          </a:p>
          <a:p/>
          <a:p>
            <a:r>
              <a:t>So the point is not that it replaces every other tool. The point is that it connects more of the full program in one place.</a:t>
            </a:r>
          </a:p>
        </p:txBody>
      </p:sp>
      <p:sp>
        <p:nvSpPr>
          <p:cNvPr id="4" name="Footer Placeholder 3">
            <a:extLst>
              <a:ext uri="{FF2B5EF4-FFF2-40B4-BE49-F238E27FC236}">
                <a16:creationId xmlns:a16="http://schemas.microsoft.com/office/drawing/2014/main" id="{EBB35797-6EF1-F425-F518-CC48850AA690}"/>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6BF80B4-1193-7167-23FC-61D307C1ACEF}"/>
              </a:ext>
            </a:extLst>
          </p:cNvPr>
          <p:cNvSpPr>
            <a:spLocks noGrp="1"/>
          </p:cNvSpPr>
          <p:nvPr>
            <p:ph type="sldNum" sz="quarter" idx="5"/>
          </p:nvPr>
        </p:nvSpPr>
        <p:spPr/>
        <p:txBody>
          <a:bodyPr/>
          <a:lstStyle/>
          <a:p>
            <a:fld id="{B2B24C57-7758-4EF8-8A0E-FE171C8C1817}" type="slidenum">
              <a:rPr lang="de-CH" smtClean="0"/>
              <a:t>11</a:t>
            </a:fld>
            <a:endParaRPr lang="de-CH" dirty="0"/>
          </a:p>
        </p:txBody>
      </p:sp>
    </p:spTree>
    <p:extLst>
      <p:ext uri="{BB962C8B-B14F-4D97-AF65-F5344CB8AC3E}">
        <p14:creationId xmlns:p14="http://schemas.microsoft.com/office/powerpoint/2010/main" val="1260147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A2254-F6D6-6B62-15DA-86527737E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F6D4A-4546-2526-1F82-A005BDDC1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124DBB-6A5F-38C0-CA22-A658AD138323}"/>
              </a:ext>
            </a:extLst>
          </p:cNvPr>
          <p:cNvSpPr>
            <a:spLocks noGrp="1"/>
          </p:cNvSpPr>
          <p:nvPr>
            <p:ph type="body" idx="1"/>
          </p:nvPr>
        </p:nvSpPr>
        <p:spPr/>
        <p:txBody>
          <a:bodyPr/>
          <a:lstStyle/>
          <a:p>
            <a:r>
              <a:t>To close, I would summarize it like this.</a:t>
            </a:r>
          </a:p>
          <a:p/>
          <a:p>
            <a:r>
              <a:t>SelfHelp gives us one platform where content, assessments, workflows, mobile interaction, and AI can all be part of the same program. That is already useful today.</a:t>
            </a:r>
          </a:p>
          <a:p/>
          <a:p>
            <a:r>
              <a:t>At the same time, SelfHelp 2 is already well underway. It is not just a redesign. The goal is to make the platform more structured, easier to extend, and faster to build with.</a:t>
            </a:r>
          </a:p>
          <a:p/>
          <a:p>
            <a:r>
              <a:t>One especially promising next step is LLM-supported content creation. That could reduce the time spent building website structure by hand and give teams more time for the actual study design, content quality, and assessment logic.</a:t>
            </a:r>
          </a:p>
          <a:p/>
          <a:p>
            <a:r>
              <a:t>And if you see value in this direction, especially in the local university AI infrastructure behind it, I would really encourage you to support ID with a short letter of support so that this local LLM service can become a permanent university service.</a:t>
            </a:r>
          </a:p>
          <a:p/>
          <a:p>
            <a:r>
              <a:t>The main message I would leave you with is this: SelfHelp moves us from isolated digital tools to continuous digital programs.</a:t>
            </a:r>
          </a:p>
        </p:txBody>
      </p:sp>
      <p:sp>
        <p:nvSpPr>
          <p:cNvPr id="4" name="Footer Placeholder 3">
            <a:extLst>
              <a:ext uri="{FF2B5EF4-FFF2-40B4-BE49-F238E27FC236}">
                <a16:creationId xmlns:a16="http://schemas.microsoft.com/office/drawing/2014/main" id="{76E584C6-0724-DCD7-9484-88CE6BC75B42}"/>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7CB86B11-0488-D6D2-4E88-FC97B352E060}"/>
              </a:ext>
            </a:extLst>
          </p:cNvPr>
          <p:cNvSpPr>
            <a:spLocks noGrp="1"/>
          </p:cNvSpPr>
          <p:nvPr>
            <p:ph type="sldNum" sz="quarter" idx="5"/>
          </p:nvPr>
        </p:nvSpPr>
        <p:spPr/>
        <p:txBody>
          <a:bodyPr/>
          <a:lstStyle/>
          <a:p>
            <a:fld id="{B2B24C57-7758-4EF8-8A0E-FE171C8C1817}" type="slidenum">
              <a:rPr lang="de-CH" smtClean="0"/>
              <a:t>12</a:t>
            </a:fld>
            <a:endParaRPr lang="de-CH" dirty="0"/>
          </a:p>
        </p:txBody>
      </p:sp>
    </p:spTree>
    <p:extLst>
      <p:ext uri="{BB962C8B-B14F-4D97-AF65-F5344CB8AC3E}">
        <p14:creationId xmlns:p14="http://schemas.microsoft.com/office/powerpoint/2010/main" val="38819415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very much. I am happy to take questions.</a:t>
            </a:r>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13</a:t>
            </a:fld>
            <a:endParaRPr lang="de-CH" dirty="0"/>
          </a:p>
        </p:txBody>
      </p:sp>
    </p:spTree>
    <p:extLst>
      <p:ext uri="{BB962C8B-B14F-4D97-AF65-F5344CB8AC3E}">
        <p14:creationId xmlns:p14="http://schemas.microsoft.com/office/powerpoint/2010/main" val="1219076293"/>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want to show how SelfHelp has evolved since our 2021 presentation and why it now works as a platform for complete digital programs.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tags" Target="../tags/tag14.xml"/><Relationship Id="rId4" Type="http://schemas.openxmlformats.org/officeDocument/2006/relationships/tags" Target="../tags/tag15.xml"/><Relationship Id="rId5" Type="http://schemas.openxmlformats.org/officeDocument/2006/relationships/slideMaster" Target="../slideMasters/slideMaster6.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tags" Target="../tags/tag18.xml"/><Relationship Id="rId4" Type="http://schemas.openxmlformats.org/officeDocument/2006/relationships/slideMaster" Target="../slideMasters/slideMaster6.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tags" Target="../tags/tag20.xml"/><Relationship Id="rId3" Type="http://schemas.openxmlformats.org/officeDocument/2006/relationships/tags" Target="../tags/tag21.xml"/><Relationship Id="rId4" Type="http://schemas.openxmlformats.org/officeDocument/2006/relationships/tags" Target="../tags/tag22.xml"/><Relationship Id="rId5" Type="http://schemas.openxmlformats.org/officeDocument/2006/relationships/tags" Target="../tags/tag23.xml"/><Relationship Id="rId6" Type="http://schemas.openxmlformats.org/officeDocument/2006/relationships/tags" Target="../tags/tag24.xml"/><Relationship Id="rId7" Type="http://schemas.openxmlformats.org/officeDocument/2006/relationships/tags" Target="../tags/tag25.xml"/><Relationship Id="rId8" Type="http://schemas.openxmlformats.org/officeDocument/2006/relationships/slideMaster" Target="../slideMasters/slideMaster6.xml"/><Relationship Id="rId9" Type="http://schemas.openxmlformats.org/officeDocument/2006/relationships/image" Target="../media/image2.jpeg"/><Relationship Id="rId10"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tags" Target="../tags/tag30.xml"/><Relationship Id="rId4" Type="http://schemas.openxmlformats.org/officeDocument/2006/relationships/slideMaster" Target="../slideMasters/slideMaster7.xml"/><Relationship Id="rId5" Type="http://schemas.openxmlformats.org/officeDocument/2006/relationships/image" Target="../media/image4.jpeg"/></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tags" Target="../tags/tag32.xml"/><Relationship Id="rId3" Type="http://schemas.openxmlformats.org/officeDocument/2006/relationships/tags" Target="../tags/tag33.xml"/><Relationship Id="rId4" Type="http://schemas.openxmlformats.org/officeDocument/2006/relationships/tags" Target="../tags/tag34.xml"/><Relationship Id="rId5" Type="http://schemas.openxmlformats.org/officeDocument/2006/relationships/slideMaster" Target="../slideMasters/slideMaster7.xml"/><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image" Target="../media/image4.jpe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tags" Target="../tags/tag36.xml"/><Relationship Id="rId3" Type="http://schemas.openxmlformats.org/officeDocument/2006/relationships/tags" Target="../tags/tag37.xml"/><Relationship Id="rId4" Type="http://schemas.openxmlformats.org/officeDocument/2006/relationships/slideMaster" Target="../slideMasters/slideMaster7.xml"/><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tags" Target="../tags/tag39.xml"/><Relationship Id="rId3" Type="http://schemas.openxmlformats.org/officeDocument/2006/relationships/tags" Target="../tags/tag40.xml"/><Relationship Id="rId4" Type="http://schemas.openxmlformats.org/officeDocument/2006/relationships/tags" Target="../tags/tag41.xml"/><Relationship Id="rId5" Type="http://schemas.openxmlformats.org/officeDocument/2006/relationships/tags" Target="../tags/tag42.xml"/><Relationship Id="rId6" Type="http://schemas.openxmlformats.org/officeDocument/2006/relationships/tags" Target="../tags/tag43.xml"/><Relationship Id="rId7" Type="http://schemas.openxmlformats.org/officeDocument/2006/relationships/tags" Target="../tags/tag44.xml"/><Relationship Id="rId8" Type="http://schemas.openxmlformats.org/officeDocument/2006/relationships/tags" Target="../tags/tag45.xml"/><Relationship Id="rId9" Type="http://schemas.openxmlformats.org/officeDocument/2006/relationships/tags" Target="../tags/tag46.xml"/><Relationship Id="rId10" Type="http://schemas.openxmlformats.org/officeDocument/2006/relationships/tags" Target="../tags/tag47.xml"/><Relationship Id="rId11" Type="http://schemas.openxmlformats.org/officeDocument/2006/relationships/tags" Target="../tags/tag48.xml"/><Relationship Id="rId12" Type="http://schemas.openxmlformats.org/officeDocument/2006/relationships/tags" Target="../tags/tag49.xml"/><Relationship Id="rId13" Type="http://schemas.openxmlformats.org/officeDocument/2006/relationships/slideMaster" Target="../slideMasters/slideMaster7.xml"/><Relationship Id="rId14"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tags" Target="../tags/tag51.xml"/><Relationship Id="rId3" Type="http://schemas.openxmlformats.org/officeDocument/2006/relationships/tags" Target="../tags/tag52.xml"/><Relationship Id="rId4" Type="http://schemas.openxmlformats.org/officeDocument/2006/relationships/tags" Target="../tags/tag53.xml"/><Relationship Id="rId5" Type="http://schemas.openxmlformats.org/officeDocument/2006/relationships/slideMaster" Target="../slideMasters/slideMaster7.xml"/><Relationship Id="rId6" Type="http://schemas.openxmlformats.org/officeDocument/2006/relationships/image" Target="../media/image4.jpe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tags" Target="../tags/tag56.xml"/><Relationship Id="rId4" Type="http://schemas.openxmlformats.org/officeDocument/2006/relationships/tags" Target="../tags/tag57.xml"/><Relationship Id="rId5" Type="http://schemas.openxmlformats.org/officeDocument/2006/relationships/slideMaster" Target="../slideMasters/slideMaster7.xml"/><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image" Target="../media/image4.jpe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tags" Target="../tags/tag60.xml"/><Relationship Id="rId4" Type="http://schemas.openxmlformats.org/officeDocument/2006/relationships/tags" Target="../tags/tag61.xml"/><Relationship Id="rId5" Type="http://schemas.openxmlformats.org/officeDocument/2006/relationships/slideMaster" Target="../slideMasters/slideMaster7.xml"/><Relationship Id="rId6" Type="http://schemas.openxmlformats.org/officeDocument/2006/relationships/image" Target="../media/image4.jpe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62.xml"/><Relationship Id="rId2" Type="http://schemas.openxmlformats.org/officeDocument/2006/relationships/tags" Target="../tags/tag63.xml"/><Relationship Id="rId3" Type="http://schemas.openxmlformats.org/officeDocument/2006/relationships/tags" Target="../tags/tag64.xml"/><Relationship Id="rId4" Type="http://schemas.openxmlformats.org/officeDocument/2006/relationships/slideMaster" Target="../slideMasters/slideMaster7.xml"/><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image" Target="../media/image4.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 Titel-Folie mi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DE" dirty="0"/>
              <a:t>Titel A (Arial 28pt., rot, max. 1 Zeile) </a:t>
            </a:r>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339214364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8: Schlus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CH" spc="-15" dirty="0"/>
              <a:t>Vielen Dank</a:t>
            </a:r>
            <a:endParaRPr lang="de-DE" dirty="0"/>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r>
              <a:rPr lang="de-CH" spc="20" dirty="0">
                <a:solidFill>
                  <a:srgbClr val="231F20"/>
                </a:solidFill>
              </a:rPr>
              <a:t>für Ihre Aufmerksamkeit</a:t>
            </a:r>
            <a:endParaRPr lang="de-DE" dirty="0"/>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258286335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 Titel-Folie ohne Bi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3562350"/>
            <a:ext cx="7020000" cy="166199"/>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3834000"/>
            <a:ext cx="7020000" cy="166199"/>
          </a:xfrm>
          <a:prstGeom prst="rect">
            <a:avLst/>
          </a:prstGeom>
        </p:spPr>
        <p:txBody>
          <a:bodyPr lIns="0" tIns="0" rIns="0" bIns="0" anchor="t">
            <a:sp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2203200"/>
            <a:ext cx="7020000" cy="900000"/>
          </a:xfrm>
          <a:prstGeom prst="rect">
            <a:avLst/>
          </a:prstGeom>
        </p:spPr>
        <p:txBody>
          <a:bodyPr lIns="0" tIns="0" rIns="0" bIns="0" anchor="t">
            <a:noAutofit/>
          </a:bodyPr>
          <a:lstStyle>
            <a:lvl1pPr marL="0" marR="0" indent="0" algn="l" defTabSz="914400"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28/32pt., </a:t>
            </a:r>
            <a:br>
              <a:rPr lang="de-DE" dirty="0"/>
            </a:br>
            <a:r>
              <a:rPr lang="de-DE" dirty="0"/>
              <a:t>schwarz, max. 2 Zeilen) </a:t>
            </a:r>
          </a:p>
        </p:txBody>
      </p:sp>
      <p:sp>
        <p:nvSpPr>
          <p:cNvPr id="13" name="Titelplatzhalter 14">
            <a:extLst>
              <a:ext uri="{FF2B5EF4-FFF2-40B4-BE49-F238E27FC236}">
                <a16:creationId xmlns:a16="http://schemas.microsoft.com/office/drawing/2014/main" id="{A4657668-A8BC-5644-AAC4-0A0F9B6AD949}"/>
              </a:ext>
            </a:extLst>
          </p:cNvPr>
          <p:cNvSpPr>
            <a:spLocks noGrp="1"/>
          </p:cNvSpPr>
          <p:nvPr>
            <p:ph type="title" hasCustomPrompt="1"/>
          </p:nvPr>
        </p:nvSpPr>
        <p:spPr>
          <a:xfrm>
            <a:off x="540000" y="1220400"/>
            <a:ext cx="7020000" cy="900000"/>
          </a:xfrm>
          <a:prstGeom prst="rect">
            <a:avLst/>
          </a:prstGeom>
        </p:spPr>
        <p:txBody>
          <a:bodyPr vert="horz" wrap="square" lIns="0" tIns="0" rIns="0" bIns="0" rtlCol="0" anchor="b" anchorCtr="0">
            <a:noAutofit/>
          </a:bodyPr>
          <a:lstStyle>
            <a:lvl1pPr>
              <a:defRPr/>
            </a:lvl1pPr>
          </a:lstStyle>
          <a:p>
            <a:r>
              <a:rPr lang="de-DE" dirty="0"/>
              <a:t>Titel A (Arial 28/32pt., </a:t>
            </a:r>
            <a:br>
              <a:rPr lang="de-DE" dirty="0"/>
            </a:br>
            <a:r>
              <a:rPr lang="de-DE" dirty="0"/>
              <a:t>rot, max. 2 Zeilen)</a:t>
            </a:r>
          </a:p>
        </p:txBody>
      </p:sp>
    </p:spTree>
    <p:extLst>
      <p:ext uri="{BB962C8B-B14F-4D97-AF65-F5344CB8AC3E}">
        <p14:creationId xmlns:p14="http://schemas.microsoft.com/office/powerpoint/2010/main" val="4118817871"/>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 Inhaltverzeichnis">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1" name="Textplatzhalter 10">
            <a:extLst>
              <a:ext uri="{FF2B5EF4-FFF2-40B4-BE49-F238E27FC236}">
                <a16:creationId xmlns:a16="http://schemas.microsoft.com/office/drawing/2014/main" id="{81FC3BBB-A060-D84D-A85B-A61AE52B9CEC}"/>
              </a:ext>
            </a:extLst>
          </p:cNvPr>
          <p:cNvSpPr>
            <a:spLocks noGrp="1"/>
          </p:cNvSpPr>
          <p:nvPr>
            <p:ph type="body" sz="quarter" idx="12" hasCustomPrompt="1"/>
          </p:nvPr>
        </p:nvSpPr>
        <p:spPr>
          <a:xfrm>
            <a:off x="540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1: Arial 20/24pt.</a:t>
            </a:r>
          </a:p>
          <a:p>
            <a:pPr lvl="0"/>
            <a:endParaRPr lang="de-DE" dirty="0"/>
          </a:p>
          <a:p>
            <a:pPr lvl="0"/>
            <a:r>
              <a:rPr lang="de-DE" dirty="0"/>
              <a:t>Inhalt Nr. 2</a:t>
            </a:r>
          </a:p>
        </p:txBody>
      </p:sp>
      <p:sp>
        <p:nvSpPr>
          <p:cNvPr id="14" name="Textplatzhalter 10">
            <a:extLst>
              <a:ext uri="{FF2B5EF4-FFF2-40B4-BE49-F238E27FC236}">
                <a16:creationId xmlns:a16="http://schemas.microsoft.com/office/drawing/2014/main" id="{B236500E-83E7-924C-AF0B-0F29C91C1A20}"/>
              </a:ext>
            </a:extLst>
          </p:cNvPr>
          <p:cNvSpPr>
            <a:spLocks noGrp="1"/>
          </p:cNvSpPr>
          <p:nvPr>
            <p:ph type="body" sz="quarter" idx="14" hasCustomPrompt="1"/>
          </p:nvPr>
        </p:nvSpPr>
        <p:spPr>
          <a:xfrm>
            <a:off x="4878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3: Arial 20/24pt.</a:t>
            </a:r>
          </a:p>
          <a:p>
            <a:pPr lvl="0"/>
            <a:endParaRPr lang="de-DE" dirty="0"/>
          </a:p>
          <a:p>
            <a:pPr lvl="0"/>
            <a:r>
              <a:rPr lang="de-DE" dirty="0"/>
              <a:t>Inhalt Nr. 4</a:t>
            </a:r>
          </a:p>
          <a:p>
            <a:pPr lvl="0"/>
            <a:endParaRPr lang="de-DE" dirty="0"/>
          </a:p>
        </p:txBody>
      </p:sp>
      <p:sp>
        <p:nvSpPr>
          <p:cNvPr id="9" name="Textplatzhalter 21">
            <a:extLst>
              <a:ext uri="{FF2B5EF4-FFF2-40B4-BE49-F238E27FC236}">
                <a16:creationId xmlns:a16="http://schemas.microsoft.com/office/drawing/2014/main" id="{16AC8D8E-CDF7-E043-997B-4F40A5E71F94}"/>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solidFill>
                  <a:schemeClr val="tx1"/>
                </a:solidFill>
                <a:latin typeface="Arial" panose="020B0604020202020204" pitchFamily="34" charset="0"/>
                <a:cs typeface="Arial" panose="020B0604020202020204" pitchFamily="34" charset="0"/>
              </a:defRPr>
            </a:lvl1pPr>
          </a:lstStyle>
          <a:p>
            <a:pPr lvl="0"/>
            <a:r>
              <a:rPr lang="de-DE" dirty="0"/>
              <a:t>Thema der Präsentation (</a:t>
            </a:r>
            <a:r>
              <a:rPr lang="de-DE" dirty="0" err="1"/>
              <a:t>gemäss</a:t>
            </a:r>
            <a:r>
              <a:rPr lang="de-DE" dirty="0"/>
              <a:t> Titelfolie: Arial 12pt., schwarz, max. 1 Zeile)</a:t>
            </a:r>
          </a:p>
        </p:txBody>
      </p:sp>
      <p:sp>
        <p:nvSpPr>
          <p:cNvPr id="10" name="Titelplatzhalter 14">
            <a:extLst>
              <a:ext uri="{FF2B5EF4-FFF2-40B4-BE49-F238E27FC236}">
                <a16:creationId xmlns:a16="http://schemas.microsoft.com/office/drawing/2014/main" id="{F49DC73E-0ADC-CB4B-B483-695B44661B05}"/>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7" name="Foliennummernplatzhalter 7">
            <a:extLst>
              <a:ext uri="{FF2B5EF4-FFF2-40B4-BE49-F238E27FC236}">
                <a16:creationId xmlns:a16="http://schemas.microsoft.com/office/drawing/2014/main" id="{291F5CB2-B1A0-3141-810A-EA3DABABC379}"/>
              </a:ext>
            </a:extLst>
          </p:cNvPr>
          <p:cNvSpPr>
            <a:spLocks noGrp="1"/>
          </p:cNvSpPr>
          <p:nvPr>
            <p:ph type="sldNum" sz="quarter" idx="21"/>
          </p:nvPr>
        </p:nvSpPr>
        <p:spPr>
          <a:xfrm>
            <a:off x="8610600" y="6356350"/>
            <a:ext cx="2743200" cy="365125"/>
          </a:xfrm>
        </p:spPr>
        <p:txBody>
          <a:bodyPr/>
          <a:lstStyle/>
          <a:p>
            <a:fld id="{16AB2C14-F465-F643-BD65-D6125390A9E0}" type="slidenum">
              <a:rPr lang="de-DE" smtClean="0"/>
              <a:t>‹#›</a:t>
            </a:fld>
            <a:endParaRPr lang="de-DE"/>
          </a:p>
        </p:txBody>
      </p:sp>
    </p:spTree>
    <p:extLst>
      <p:ext uri="{BB962C8B-B14F-4D97-AF65-F5344CB8AC3E}">
        <p14:creationId xmlns:p14="http://schemas.microsoft.com/office/powerpoint/2010/main" val="211686635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a: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19" name="Textplatzhalter 16">
            <a:extLst>
              <a:ext uri="{FF2B5EF4-FFF2-40B4-BE49-F238E27FC236}">
                <a16:creationId xmlns:a16="http://schemas.microsoft.com/office/drawing/2014/main" id="{BA9C34C3-74C1-1046-BC15-F9C16906BAF5}"/>
              </a:ext>
            </a:extLst>
          </p:cNvPr>
          <p:cNvSpPr>
            <a:spLocks noGrp="1"/>
          </p:cNvSpPr>
          <p:nvPr>
            <p:ph type="body" sz="quarter" idx="18" hasCustomPrompt="1"/>
          </p:nvPr>
        </p:nvSpPr>
        <p:spPr>
          <a:xfrm>
            <a:off x="4878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2: Arial Fett 16pt.</a:t>
            </a:r>
          </a:p>
        </p:txBody>
      </p:sp>
      <p:sp>
        <p:nvSpPr>
          <p:cNvPr id="20" name="Textplatzhalter 16">
            <a:extLst>
              <a:ext uri="{FF2B5EF4-FFF2-40B4-BE49-F238E27FC236}">
                <a16:creationId xmlns:a16="http://schemas.microsoft.com/office/drawing/2014/main" id="{4D60A118-8FB6-A640-B56D-40FCAF7BFBFD}"/>
              </a:ext>
            </a:extLst>
          </p:cNvPr>
          <p:cNvSpPr>
            <a:spLocks noGrp="1"/>
          </p:cNvSpPr>
          <p:nvPr>
            <p:ph type="body" sz="quarter" idx="19" hasCustomPrompt="1"/>
          </p:nvPr>
        </p:nvSpPr>
        <p:spPr>
          <a:xfrm>
            <a:off x="4878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2: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11092667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b: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10" name="Inhaltsplatzhalter 2">
            <a:extLst>
              <a:ext uri="{FF2B5EF4-FFF2-40B4-BE49-F238E27FC236}">
                <a16:creationId xmlns:a16="http://schemas.microsoft.com/office/drawing/2014/main" id="{770AC922-6444-A942-98D8-039519360B14}"/>
              </a:ext>
            </a:extLst>
          </p:cNvPr>
          <p:cNvSpPr>
            <a:spLocks noGrp="1"/>
          </p:cNvSpPr>
          <p:nvPr>
            <p:ph sz="half" idx="1" hasCustomPrompt="1"/>
          </p:nvPr>
        </p:nvSpPr>
        <p:spPr>
          <a:xfrm>
            <a:off x="5400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80975">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
        <p:nvSpPr>
          <p:cNvPr id="7" name="Inhaltsplatzhalter 2">
            <a:extLst>
              <a:ext uri="{FF2B5EF4-FFF2-40B4-BE49-F238E27FC236}">
                <a16:creationId xmlns:a16="http://schemas.microsoft.com/office/drawing/2014/main" id="{F2B75F21-AF2E-9341-B9E7-91E3CDFAE52D}"/>
              </a:ext>
            </a:extLst>
          </p:cNvPr>
          <p:cNvSpPr>
            <a:spLocks noGrp="1"/>
          </p:cNvSpPr>
          <p:nvPr>
            <p:ph sz="half" idx="21" hasCustomPrompt="1"/>
          </p:nvPr>
        </p:nvSpPr>
        <p:spPr>
          <a:xfrm>
            <a:off x="48768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76213">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Tree>
    <p:extLst>
      <p:ext uri="{BB962C8B-B14F-4D97-AF65-F5344CB8AC3E}">
        <p14:creationId xmlns:p14="http://schemas.microsoft.com/office/powerpoint/2010/main" val="156414723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 Text-Folie mit Bild">
    <p:spTree>
      <p:nvGrpSpPr>
        <p:cNvPr id="1" name=""/>
        <p:cNvGrpSpPr/>
        <p:nvPr/>
      </p:nvGrpSpPr>
      <p:grpSpPr>
        <a:xfrm>
          <a:off x="0" y="0"/>
          <a:ext cx="0" cy="0"/>
          <a:chOff x="0" y="0"/>
          <a:chExt cx="0" cy="0"/>
        </a:xfrm>
      </p:grpSpPr>
      <p:sp>
        <p:nvSpPr>
          <p:cNvPr id="13" name="Inhaltsplatzhalter 2">
            <a:extLst>
              <a:ext uri="{FF2B5EF4-FFF2-40B4-BE49-F238E27FC236}">
                <a16:creationId xmlns:a16="http://schemas.microsoft.com/office/drawing/2014/main" id="{66E1B1B3-D081-AB43-BE21-0F61E2F2D9D8}"/>
              </a:ext>
            </a:extLst>
          </p:cNvPr>
          <p:cNvSpPr>
            <a:spLocks noGrp="1"/>
          </p:cNvSpPr>
          <p:nvPr>
            <p:ph sz="half" idx="1" hasCustomPrompt="1"/>
          </p:nvPr>
        </p:nvSpPr>
        <p:spPr>
          <a:xfrm>
            <a:off x="4572000" y="1925998"/>
            <a:ext cx="4572000" cy="3060000"/>
          </a:xfrm>
          <a:prstGeom prst="rect">
            <a:avLst/>
          </a:prstGeom>
          <a:solidFill>
            <a:schemeClr val="bg1">
              <a:lumMod val="7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12.7 (b) x 8.5 (h) cm </a:t>
            </a:r>
          </a:p>
        </p:txBody>
      </p:sp>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8" name="Titelplatzhalter 14">
            <a:extLst>
              <a:ext uri="{FF2B5EF4-FFF2-40B4-BE49-F238E27FC236}">
                <a16:creationId xmlns:a16="http://schemas.microsoft.com/office/drawing/2014/main" id="{5170EE32-28A9-F84A-AD01-7B8166009F81}"/>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423378113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a: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926000"/>
            <a:ext cx="9144000" cy="30600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8" name="Textplatzhalter 21">
            <a:extLst>
              <a:ext uri="{FF2B5EF4-FFF2-40B4-BE49-F238E27FC236}">
                <a16:creationId xmlns:a16="http://schemas.microsoft.com/office/drawing/2014/main" id="{601A40B5-7701-6547-8618-E74203A19E99}"/>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215783846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b: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238250"/>
            <a:ext cx="9144000" cy="374775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1872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3218821691"/>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uildlines: Titel">
    <p:spTree>
      <p:nvGrpSpPr>
        <p:cNvPr id="1" name=""/>
        <p:cNvGrpSpPr/>
        <p:nvPr/>
      </p:nvGrpSpPr>
      <p:grpSpPr>
        <a:xfrm>
          <a:off x="0" y="0"/>
          <a:ext cx="0" cy="0"/>
          <a:chOff x="0" y="0"/>
          <a:chExt cx="0" cy="0"/>
        </a:xfrm>
      </p:grpSpPr>
      <p:sp>
        <p:nvSpPr>
          <p:cNvPr id="3" name="Titel 1">
            <a:extLst>
              <a:ext uri="{FF2B5EF4-FFF2-40B4-BE49-F238E27FC236}">
                <a16:creationId xmlns:a16="http://schemas.microsoft.com/office/drawing/2014/main" id="{14C16497-A32C-7C4C-AA22-3A67A5394F28}"/>
              </a:ext>
            </a:extLst>
          </p:cNvPr>
          <p:cNvSpPr txBox="1">
            <a:spLocks noGrp="1" noSelect="1" noRot="1" noMove="1" noResize="1" noEditPoints="1" noAdjustHandles="1" noChangeArrowheads="1" noChangeShapeType="1" noTextEdit="1"/>
          </p:cNvSpPr>
          <p:nvPr userDrawn="1">
            <p:custDataLst>
              <p:tags r:id="rId1"/>
            </p:custDataLst>
          </p:nvPr>
        </p:nvSpPr>
        <p:spPr>
          <a:xfrm>
            <a:off x="540000" y="1220400"/>
            <a:ext cx="7020000" cy="900000"/>
          </a:xfrm>
          <a:prstGeom prst="rect">
            <a:avLst/>
          </a:prstGeom>
        </p:spPr>
        <p:txBody>
          <a:bodyPr vert="horz" lIns="0" tIns="0" rIns="0" bIns="0" rtlCol="0" anchor="b" anchorCtr="0">
            <a:noAutofit/>
          </a:bodyPr>
          <a:lst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a:lstStyle>
          <a:p>
            <a:r>
              <a:rPr lang="de-DE" dirty="0" err="1"/>
              <a:t>UniBE</a:t>
            </a:r>
            <a:r>
              <a:rPr lang="de-DE" dirty="0"/>
              <a:t> PowerPoint Präsentation</a:t>
            </a:r>
          </a:p>
        </p:txBody>
      </p:sp>
      <p:sp>
        <p:nvSpPr>
          <p:cNvPr id="7" name="Textfeld 6">
            <a:extLst>
              <a:ext uri="{FF2B5EF4-FFF2-40B4-BE49-F238E27FC236}">
                <a16:creationId xmlns:a16="http://schemas.microsoft.com/office/drawing/2014/main" id="{EC88497A-C10F-C242-9121-2FA1817FF8DE}"/>
              </a:ext>
            </a:extLst>
          </p:cNvPr>
          <p:cNvSpPr txBox="1">
            <a:spLocks noGrp="1" noSelect="1" noRot="1" noMove="1" noResize="1" noEditPoints="1" noAdjustHandles="1" noChangeArrowheads="1" noChangeShapeType="1" noTextEdit="1"/>
          </p:cNvSpPr>
          <p:nvPr userDrawn="1">
            <p:custDataLst>
              <p:tags r:id="rId2"/>
            </p:custDataLst>
          </p:nvPr>
        </p:nvSpPr>
        <p:spPr>
          <a:xfrm>
            <a:off x="540000" y="2203200"/>
            <a:ext cx="7020000" cy="90000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2800" dirty="0">
                <a:latin typeface="Arial" panose="020B0604020202020204" pitchFamily="34" charset="0"/>
                <a:cs typeface="Arial" panose="020B0604020202020204" pitchFamily="34" charset="0"/>
              </a:rPr>
              <a:t>Guidelines und Vorlagen: Mini Version</a:t>
            </a:r>
          </a:p>
        </p:txBody>
      </p:sp>
      <p:sp>
        <p:nvSpPr>
          <p:cNvPr id="8" name="Textfeld 7">
            <a:extLst>
              <a:ext uri="{FF2B5EF4-FFF2-40B4-BE49-F238E27FC236}">
                <a16:creationId xmlns:a16="http://schemas.microsoft.com/office/drawing/2014/main" id="{FB046D8A-2D5D-3944-B02F-74314F7A516F}"/>
              </a:ext>
            </a:extLst>
          </p:cNvPr>
          <p:cNvSpPr txBox="1">
            <a:spLocks noGrp="1" noSelect="1" noRot="1" noMove="1" noResize="1" noEditPoints="1" noAdjustHandles="1" noChangeArrowheads="1" noChangeShapeType="1" noTextEdit="1"/>
          </p:cNvSpPr>
          <p:nvPr userDrawn="1">
            <p:custDataLst>
              <p:tags r:id="rId3"/>
            </p:custDataLst>
          </p:nvPr>
        </p:nvSpPr>
        <p:spPr>
          <a:xfrm>
            <a:off x="540000" y="3564000"/>
            <a:ext cx="7020000" cy="18000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400" b="1" i="0" dirty="0">
                <a:latin typeface="Arial" panose="020B0604020202020204" pitchFamily="34" charset="0"/>
                <a:cs typeface="Arial" panose="020B0604020202020204" pitchFamily="34" charset="0"/>
              </a:rPr>
              <a:t>Abteilung Marketing und Kommunikation</a:t>
            </a:r>
          </a:p>
        </p:txBody>
      </p:sp>
      <p:sp>
        <p:nvSpPr>
          <p:cNvPr id="9" name="Textfeld 8">
            <a:extLst>
              <a:ext uri="{FF2B5EF4-FFF2-40B4-BE49-F238E27FC236}">
                <a16:creationId xmlns:a16="http://schemas.microsoft.com/office/drawing/2014/main" id="{18769F7C-1529-394B-918C-BF53204833AB}"/>
              </a:ext>
            </a:extLst>
          </p:cNvPr>
          <p:cNvSpPr txBox="1">
            <a:spLocks noGrp="1" noSelect="1" noRot="1" noMove="1" noResize="1" noEditPoints="1" noAdjustHandles="1" noChangeArrowheads="1" noChangeShapeType="1" noTextEdit="1"/>
          </p:cNvSpPr>
          <p:nvPr userDrawn="1">
            <p:custDataLst>
              <p:tags r:id="rId4"/>
            </p:custDataLst>
          </p:nvPr>
        </p:nvSpPr>
        <p:spPr>
          <a:xfrm>
            <a:off x="540000" y="3834000"/>
            <a:ext cx="7020000" cy="180000"/>
          </a:xfrm>
          <a:prstGeom prst="rect">
            <a:avLst/>
          </a:prstGeom>
          <a:noFill/>
        </p:spPr>
        <p:txBody>
          <a:bodyPr wrap="none" lIns="0" tIns="0" rIns="0" bIns="0" rtlCol="0">
            <a:noAutofit/>
          </a:body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200" dirty="0">
                <a:solidFill>
                  <a:schemeClr val="tx1"/>
                </a:solidFill>
                <a:latin typeface="Arial" panose="020B0604020202020204" pitchFamily="34" charset="0"/>
                <a:cs typeface="Arial" panose="020B0604020202020204" pitchFamily="34" charset="0"/>
              </a:rPr>
              <a:t>Kontakt: </a:t>
            </a:r>
            <a:r>
              <a:rPr lang="de-DE" sz="1200" dirty="0" err="1">
                <a:solidFill>
                  <a:schemeClr val="tx1"/>
                </a:solidFill>
                <a:latin typeface="Arial" panose="020B0604020202020204" pitchFamily="34" charset="0"/>
                <a:cs typeface="Arial" panose="020B0604020202020204" pitchFamily="34" charset="0"/>
              </a:rPr>
              <a:t>kommunikation@unibe.ch</a:t>
            </a:r>
            <a:r>
              <a:rPr lang="de-DE" sz="1200" dirty="0">
                <a:solidFill>
                  <a:schemeClr val="tx1"/>
                </a:solidFill>
                <a:latin typeface="Arial" panose="020B0604020202020204" pitchFamily="34" charset="0"/>
                <a:cs typeface="Arial" panose="020B0604020202020204" pitchFamily="34" charset="0"/>
              </a:rPr>
              <a:t>, Tel. +41 31 631 80 44</a:t>
            </a:r>
          </a:p>
        </p:txBody>
      </p:sp>
    </p:spTree>
    <p:extLst>
      <p:ext uri="{BB962C8B-B14F-4D97-AF65-F5344CB8AC3E}">
        <p14:creationId xmlns:p14="http://schemas.microsoft.com/office/powerpoint/2010/main" val="53875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uildlines: Ressource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Guidelines</a:t>
            </a:r>
          </a:p>
        </p:txBody>
      </p:sp>
      <p:sp>
        <p:nvSpPr>
          <p:cNvPr id="16" name="Titelplatzhalter 14">
            <a:extLst>
              <a:ext uri="{FF2B5EF4-FFF2-40B4-BE49-F238E27FC236}">
                <a16:creationId xmlns:a16="http://schemas.microsoft.com/office/drawing/2014/main" id="{42BFD9EF-F981-634F-ACF1-E740654460D6}"/>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Auszeichnungen</a:t>
            </a:r>
          </a:p>
        </p:txBody>
      </p:sp>
      <p:sp>
        <p:nvSpPr>
          <p:cNvPr id="18" name="Titelplatzhalter 14">
            <a:extLst>
              <a:ext uri="{FF2B5EF4-FFF2-40B4-BE49-F238E27FC236}">
                <a16:creationId xmlns:a16="http://schemas.microsoft.com/office/drawing/2014/main" id="{5C76C480-E04E-D446-BBD5-9313C9BAB514}"/>
              </a:ext>
            </a:extLst>
          </p:cNvPr>
          <p:cNvSpPr txBox="1">
            <a:spLocks noGrp="1" noSelect="1" noRot="1" noMove="1" noResize="1" noEditPoints="1" noAdjustHandles="1" noChangeArrowheads="1" noChangeShapeType="1" noTextEdit="1"/>
          </p:cNvSpPr>
          <p:nvPr userDrawn="1">
            <p:custDataLst>
              <p:tags r:id="rId3"/>
            </p:custDataLst>
          </p:nvPr>
        </p:nvSpPr>
        <p:spPr>
          <a:xfrm>
            <a:off x="540000" y="1200150"/>
            <a:ext cx="7020000" cy="564257"/>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000"/>
              </a:lnSpc>
            </a:pPr>
            <a:r>
              <a:rPr lang="de-DE" sz="1600" dirty="0">
                <a:solidFill>
                  <a:schemeClr val="tx1"/>
                </a:solidFill>
              </a:rPr>
              <a:t>Kopieren und Einfügen Piktogramme mit/ohne Definition</a:t>
            </a:r>
          </a:p>
          <a:p>
            <a:pPr>
              <a:lnSpc>
                <a:spcPts val="1200"/>
              </a:lnSpc>
            </a:pPr>
            <a:r>
              <a:rPr lang="de-CH" sz="1000" dirty="0">
                <a:solidFill>
                  <a:schemeClr val="tx1"/>
                </a:solidFill>
              </a:rPr>
              <a:t>Wenn Sie einen Inhalt besonders betonen oder sonst hervorheben wollen, stehen Ihnen </a:t>
            </a:r>
          </a:p>
          <a:p>
            <a:pPr>
              <a:lnSpc>
                <a:spcPts val="1200"/>
              </a:lnSpc>
            </a:pPr>
            <a:r>
              <a:rPr lang="de-CH" sz="1000" dirty="0">
                <a:solidFill>
                  <a:schemeClr val="tx1"/>
                </a:solidFill>
              </a:rPr>
              <a:t>folgende Piktogramme zur Verfügung. Sie können sie mit oder ohne Text verwenden.</a:t>
            </a:r>
            <a:endParaRPr lang="de-DE" sz="1000" dirty="0">
              <a:solidFill>
                <a:schemeClr val="tx1"/>
              </a:solidFill>
            </a:endParaRPr>
          </a:p>
        </p:txBody>
      </p:sp>
    </p:spTree>
    <p:extLst>
      <p:ext uri="{BB962C8B-B14F-4D97-AF65-F5344CB8AC3E}">
        <p14:creationId xmlns:p14="http://schemas.microsoft.com/office/powerpoint/2010/main" val="3607737741"/>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uidlines: Desig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Inhaltliche Guidelines 3</a:t>
            </a:r>
          </a:p>
        </p:txBody>
      </p:sp>
      <p:sp>
        <p:nvSpPr>
          <p:cNvPr id="5" name="Titelplatzhalter 14">
            <a:extLst>
              <a:ext uri="{FF2B5EF4-FFF2-40B4-BE49-F238E27FC236}">
                <a16:creationId xmlns:a16="http://schemas.microsoft.com/office/drawing/2014/main" id="{E84A9D7B-50BC-C44F-8802-31714A1943F3}"/>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Logo, Schrift, Farben und Typografie</a:t>
            </a:r>
          </a:p>
        </p:txBody>
      </p:sp>
      <p:sp>
        <p:nvSpPr>
          <p:cNvPr id="6" name="Titelplatzhalter 14">
            <a:extLst>
              <a:ext uri="{FF2B5EF4-FFF2-40B4-BE49-F238E27FC236}">
                <a16:creationId xmlns:a16="http://schemas.microsoft.com/office/drawing/2014/main" id="{EC272DF7-D34D-7546-A5CD-0E955FBF002B}"/>
              </a:ext>
            </a:extLst>
          </p:cNvPr>
          <p:cNvSpPr txBox="1">
            <a:spLocks noGrp="1" noSelect="1" noRot="1" noMove="1" noResize="1" noEditPoints="1" noAdjustHandles="1" noChangeArrowheads="1" noChangeShapeType="1" noTextEdit="1"/>
          </p:cNvSpPr>
          <p:nvPr userDrawn="1">
            <p:custDataLst>
              <p:tags r:id="rId3"/>
            </p:custDataLst>
          </p:nvPr>
        </p:nvSpPr>
        <p:spPr>
          <a:xfrm>
            <a:off x="540000" y="1350000"/>
            <a:ext cx="6480000" cy="3616375"/>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400"/>
              </a:lnSpc>
            </a:pPr>
            <a:r>
              <a:rPr lang="de-DE" sz="1400" dirty="0" err="1">
                <a:solidFill>
                  <a:schemeClr val="tx1"/>
                </a:solidFill>
              </a:rPr>
              <a:t>UniBe</a:t>
            </a:r>
            <a:r>
              <a:rPr lang="de-DE" sz="1400" dirty="0">
                <a:solidFill>
                  <a:schemeClr val="tx1"/>
                </a:solidFill>
              </a:rPr>
              <a:t> Logo ist </a:t>
            </a:r>
            <a:r>
              <a:rPr lang="de-DE" sz="1400" b="1" dirty="0">
                <a:solidFill>
                  <a:schemeClr val="tx1"/>
                </a:solidFill>
              </a:rPr>
              <a:t>immer</a:t>
            </a:r>
            <a:r>
              <a:rPr lang="de-DE" sz="1400" dirty="0">
                <a:solidFill>
                  <a:schemeClr val="tx1"/>
                </a:solidFill>
              </a:rPr>
              <a:t> sichtbar oben rechts auf den Inhalt Folien positioniert</a:t>
            </a:r>
          </a:p>
          <a:p>
            <a:pPr>
              <a:lnSpc>
                <a:spcPts val="2400"/>
              </a:lnSpc>
            </a:pPr>
            <a:r>
              <a:rPr lang="de-DE" sz="1400" dirty="0">
                <a:solidFill>
                  <a:schemeClr val="tx1"/>
                </a:solidFill>
              </a:rPr>
              <a:t>Schrift Familie: Arial</a:t>
            </a:r>
          </a:p>
          <a:p>
            <a:pPr>
              <a:lnSpc>
                <a:spcPts val="2400"/>
              </a:lnSpc>
            </a:pPr>
            <a:r>
              <a:rPr lang="de-DE" sz="1400" dirty="0" err="1">
                <a:solidFill>
                  <a:srgbClr val="E6002E"/>
                </a:solidFill>
              </a:rPr>
              <a:t>UniBe</a:t>
            </a:r>
            <a:r>
              <a:rPr lang="de-DE" sz="1400" dirty="0">
                <a:solidFill>
                  <a:srgbClr val="E6002E"/>
                </a:solidFill>
              </a:rPr>
              <a:t> Rot: R:230 G:0 B:46  |  HEX: #E6002E</a:t>
            </a:r>
          </a:p>
          <a:p>
            <a:pPr>
              <a:lnSpc>
                <a:spcPts val="2400"/>
              </a:lnSpc>
            </a:pPr>
            <a:r>
              <a:rPr lang="de-DE" sz="1400" dirty="0">
                <a:solidFill>
                  <a:schemeClr val="bg1">
                    <a:lumMod val="65000"/>
                  </a:schemeClr>
                </a:solidFill>
              </a:rPr>
              <a:t>Hintergrund Grau: R:217 G:217 B:217</a:t>
            </a:r>
          </a:p>
          <a:p>
            <a:pPr>
              <a:lnSpc>
                <a:spcPts val="2400"/>
              </a:lnSpc>
            </a:pPr>
            <a:r>
              <a:rPr lang="de-DE" sz="1400" dirty="0">
                <a:solidFill>
                  <a:schemeClr val="tx1"/>
                </a:solidFill>
              </a:rPr>
              <a:t>Media Platzhalter 1:1 = 25.4 (b) x 8.5 (h) cm, 144 dpi</a:t>
            </a:r>
          </a:p>
          <a:p>
            <a:pPr>
              <a:lnSpc>
                <a:spcPts val="1800"/>
              </a:lnSpc>
            </a:pPr>
            <a:endParaRPr lang="de-DE" sz="1400" dirty="0">
              <a:solidFill>
                <a:schemeClr val="tx1"/>
              </a:solidFill>
            </a:endParaRPr>
          </a:p>
          <a:p>
            <a:pPr marL="0" marR="0" lvl="0" indent="0" algn="l" defTabSz="914377" rtl="0" eaLnBrk="1" fontAlgn="auto" latinLnBrk="0" hangingPunct="1">
              <a:lnSpc>
                <a:spcPts val="1400"/>
              </a:lnSpc>
              <a:spcBef>
                <a:spcPct val="0"/>
              </a:spcBef>
              <a:spcAft>
                <a:spcPts val="400"/>
              </a:spcAft>
              <a:buClrTx/>
              <a:buSzTx/>
              <a:buFontTx/>
              <a:buNone/>
              <a:tabLst/>
              <a:defRPr/>
            </a:pPr>
            <a:r>
              <a:rPr lang="de-DE" sz="1200" b="1" dirty="0">
                <a:solidFill>
                  <a:schemeClr val="tx1"/>
                </a:solidFill>
              </a:rPr>
              <a:t>Typografie</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Thema der Präsentation: Arial, 12pt.</a:t>
            </a:r>
          </a:p>
          <a:p>
            <a:pPr>
              <a:lnSpc>
                <a:spcPts val="1400"/>
              </a:lnSpc>
            </a:pPr>
            <a:r>
              <a:rPr lang="de-DE" sz="1200" b="0" dirty="0">
                <a:solidFill>
                  <a:srgbClr val="E6002E"/>
                </a:solidFill>
              </a:rPr>
              <a:t>Titel: Arial, 28/32pt., R:230 G:0 B:46, 1 Zeile</a:t>
            </a:r>
          </a:p>
          <a:p>
            <a:pPr>
              <a:lnSpc>
                <a:spcPts val="1400"/>
              </a:lnSpc>
            </a:pPr>
            <a:r>
              <a:rPr lang="de-DE" sz="1200" b="0" dirty="0">
                <a:solidFill>
                  <a:schemeClr val="tx1"/>
                </a:solidFill>
              </a:rPr>
              <a:t>Untertitel: Arial, 28/32pt., </a:t>
            </a:r>
            <a:r>
              <a:rPr lang="de-DE" sz="1200" b="0" dirty="0">
                <a:solidFill>
                  <a:srgbClr val="000000"/>
                </a:solidFill>
              </a:rPr>
              <a:t>max. 2 Zeilen</a:t>
            </a:r>
          </a:p>
          <a:p>
            <a:pPr>
              <a:lnSpc>
                <a:spcPts val="1400"/>
              </a:lnSpc>
            </a:pPr>
            <a:r>
              <a:rPr lang="de-DE" sz="1200" b="0" dirty="0">
                <a:solidFill>
                  <a:schemeClr val="tx1"/>
                </a:solidFill>
              </a:rPr>
              <a:t>Moderator und Organisationseinheit: Arial Fett, 14pt.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Datum und Präsentationsort: Arial, 12pt.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Inhalt Nr. XY: Arial, 20/24pt.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Aussage XY: Arial Fett,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XY: Arial,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Ebene: Arial, 20pt., 18pt., 16pt.</a:t>
            </a:r>
          </a:p>
        </p:txBody>
      </p:sp>
      <p:cxnSp>
        <p:nvCxnSpPr>
          <p:cNvPr id="7" name="Gerade Verbindung 6">
            <a:extLst>
              <a:ext uri="{FF2B5EF4-FFF2-40B4-BE49-F238E27FC236}">
                <a16:creationId xmlns:a16="http://schemas.microsoft.com/office/drawing/2014/main" id="{2525E251-FD30-C74A-99DE-8B05E2B3939A}"/>
              </a:ext>
            </a:extLst>
          </p:cNvPr>
          <p:cNvCxnSpPr>
            <a:cxnSpLocks noGrp="1" noSelect="1" noRot="1" noMove="1" noResize="1" noEditPoints="1" noAdjustHandles="1" noChangeArrowheads="1" noChangeShapeType="1"/>
          </p:cNvCxnSpPr>
          <p:nvPr userDrawn="1">
            <p:custDataLst>
              <p:tags r:id="rId4"/>
            </p:custDataLst>
          </p:nvPr>
        </p:nvCxnSpPr>
        <p:spPr>
          <a:xfrm>
            <a:off x="540000" y="2988000"/>
            <a:ext cx="6480000" cy="0"/>
          </a:xfrm>
          <a:prstGeom prst="line">
            <a:avLst/>
          </a:prstGeom>
          <a:ln w="9525">
            <a:solidFill>
              <a:schemeClr val="bg1">
                <a:lumMod val="75000"/>
              </a:schemeClr>
            </a:solidFill>
          </a:ln>
        </p:spPr>
        <p:style>
          <a:lnRef idx="2">
            <a:schemeClr val="accent2"/>
          </a:lnRef>
          <a:fillRef idx="0">
            <a:schemeClr val="accent2"/>
          </a:fillRef>
          <a:effectRef idx="1">
            <a:schemeClr val="accent2"/>
          </a:effectRef>
          <a:fontRef idx="minor">
            <a:schemeClr val="tx1"/>
          </a:fontRef>
        </p:style>
      </p:cxnSp>
      <p:sp>
        <p:nvSpPr>
          <p:cNvPr id="9" name="Titelplatzhalter 14">
            <a:extLst>
              <a:ext uri="{FF2B5EF4-FFF2-40B4-BE49-F238E27FC236}">
                <a16:creationId xmlns:a16="http://schemas.microsoft.com/office/drawing/2014/main" id="{96329C5F-757A-794E-BBCE-F3CC105898C4}"/>
              </a:ext>
            </a:extLst>
          </p:cNvPr>
          <p:cNvSpPr txBox="1">
            <a:spLocks noGrp="1" noSelect="1" noRot="1" noMove="1" noResize="1" noEditPoints="1" noAdjustHandles="1" noChangeArrowheads="1" noChangeShapeType="1" noTextEdit="1"/>
          </p:cNvSpPr>
          <p:nvPr userDrawn="1">
            <p:custDataLst>
              <p:tags r:id="rId5"/>
            </p:custDataLst>
          </p:nvPr>
        </p:nvSpPr>
        <p:spPr>
          <a:xfrm>
            <a:off x="7920000" y="1350000"/>
            <a:ext cx="1219200" cy="888961"/>
          </a:xfrm>
          <a:prstGeom prst="rect">
            <a:avLst/>
          </a:prstGeom>
        </p:spPr>
        <p:txBody>
          <a:bodyPr vert="horz" wrap="square"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1000"/>
              </a:lnSpc>
            </a:pPr>
            <a:r>
              <a:rPr lang="de-DE" sz="800" b="1" dirty="0">
                <a:solidFill>
                  <a:schemeClr val="tx1"/>
                </a:solidFill>
              </a:rPr>
              <a:t>Kontakt</a:t>
            </a:r>
            <a:endParaRPr lang="de-DE" sz="800" b="0" dirty="0">
              <a:solidFill>
                <a:schemeClr val="tx1"/>
              </a:solidFill>
            </a:endParaRPr>
          </a:p>
          <a:p>
            <a:pPr>
              <a:lnSpc>
                <a:spcPts val="1000"/>
              </a:lnSpc>
            </a:pPr>
            <a:r>
              <a:rPr lang="de-DE" sz="800" b="0" dirty="0">
                <a:solidFill>
                  <a:schemeClr val="tx1"/>
                </a:solidFill>
              </a:rPr>
              <a:t>Fragen zu den </a:t>
            </a:r>
            <a:r>
              <a:rPr lang="de-DE" sz="800" b="0" dirty="0" err="1">
                <a:solidFill>
                  <a:schemeClr val="tx1"/>
                </a:solidFill>
              </a:rPr>
              <a:t>UniBE</a:t>
            </a:r>
            <a:r>
              <a:rPr lang="de-DE" sz="800" b="0" dirty="0">
                <a:solidFill>
                  <a:schemeClr val="tx1"/>
                </a:solidFill>
              </a:rPr>
              <a:t> PowerPoint Vorlagen: </a:t>
            </a:r>
          </a:p>
          <a:p>
            <a:pPr>
              <a:lnSpc>
                <a:spcPts val="1000"/>
              </a:lnSpc>
            </a:pPr>
            <a:r>
              <a:rPr lang="de-DE" sz="800" b="0" dirty="0" err="1">
                <a:solidFill>
                  <a:schemeClr val="tx1"/>
                </a:solidFill>
              </a:rPr>
              <a:t>kommunikation</a:t>
            </a:r>
            <a:r>
              <a:rPr lang="de-DE" sz="800" b="0" dirty="0">
                <a:solidFill>
                  <a:schemeClr val="tx1"/>
                </a:solidFill>
              </a:rPr>
              <a:t>@</a:t>
            </a:r>
          </a:p>
          <a:p>
            <a:pPr>
              <a:lnSpc>
                <a:spcPts val="1000"/>
              </a:lnSpc>
            </a:pPr>
            <a:r>
              <a:rPr lang="de-DE" sz="800" b="0" dirty="0" err="1">
                <a:solidFill>
                  <a:schemeClr val="tx1"/>
                </a:solidFill>
              </a:rPr>
              <a:t>unibe.ch</a:t>
            </a:r>
            <a:r>
              <a:rPr lang="de-DE" sz="800" b="0" dirty="0">
                <a:solidFill>
                  <a:schemeClr val="tx1"/>
                </a:solidFill>
              </a:rPr>
              <a:t> oder </a:t>
            </a:r>
          </a:p>
          <a:p>
            <a:pPr>
              <a:lnSpc>
                <a:spcPts val="1000"/>
              </a:lnSpc>
            </a:pPr>
            <a:r>
              <a:rPr lang="de-DE" sz="800" b="0" dirty="0">
                <a:solidFill>
                  <a:schemeClr val="tx1"/>
                </a:solidFill>
              </a:rPr>
              <a:t>Tel. + 41 31 631 80 44</a:t>
            </a:r>
          </a:p>
          <a:p>
            <a:pPr>
              <a:lnSpc>
                <a:spcPts val="1000"/>
              </a:lnSpc>
            </a:pPr>
            <a:endParaRPr lang="de-DE" sz="800" b="1" dirty="0">
              <a:solidFill>
                <a:schemeClr val="tx1"/>
              </a:solidFill>
            </a:endParaRPr>
          </a:p>
        </p:txBody>
      </p:sp>
      <p:pic>
        <p:nvPicPr>
          <p:cNvPr id="3" name="Grafik 2">
            <a:extLst>
              <a:ext uri="{FF2B5EF4-FFF2-40B4-BE49-F238E27FC236}">
                <a16:creationId xmlns:a16="http://schemas.microsoft.com/office/drawing/2014/main" id="{5BC2E508-06CA-D64A-A4D9-AAF3FB62D703}"/>
              </a:ext>
            </a:extLst>
          </p:cNvPr>
          <p:cNvPicPr>
            <a:picLocks noGrp="1" noSelect="1" noRot="1" noMove="1" noResize="1" noEditPoints="1" noAdjustHandles="1" noChangeArrowheads="1" noChangeShapeType="1"/>
          </p:cNvPicPr>
          <p:nvPr userDrawn="1">
            <p:custDataLst>
              <p:tags r:id="rId6"/>
            </p:custDataLst>
          </p:nvPr>
        </p:nvPicPr>
        <p:blipFill>
          <a:blip r:embed="rId9" cstate="print">
            <a:extLst>
              <a:ext uri="{28A0092B-C50C-407E-A947-70E740481C1C}">
                <a14:useLocalDpi xmlns:a14="http://schemas.microsoft.com/office/drawing/2010/main" val="0"/>
              </a:ext>
            </a:extLst>
          </a:blip>
          <a:stretch>
            <a:fillRect/>
          </a:stretch>
        </p:blipFill>
        <p:spPr>
          <a:xfrm>
            <a:off x="6318091" y="1832535"/>
            <a:ext cx="697217" cy="990600"/>
          </a:xfrm>
          <a:prstGeom prst="rect">
            <a:avLst/>
          </a:prstGeom>
        </p:spPr>
      </p:pic>
      <p:pic>
        <p:nvPicPr>
          <p:cNvPr id="4" name="Grafik 3">
            <a:extLst>
              <a:ext uri="{FF2B5EF4-FFF2-40B4-BE49-F238E27FC236}">
                <a16:creationId xmlns:a16="http://schemas.microsoft.com/office/drawing/2014/main" id="{CCE28F87-7B73-E341-9972-6E84FF110996}"/>
              </a:ext>
            </a:extLst>
          </p:cNvPr>
          <p:cNvPicPr>
            <a:picLocks noGrp="1" noSelect="1" noRot="1" noMove="1" noResize="1" noEditPoints="1" noAdjustHandles="1" noChangeArrowheads="1" noChangeShapeType="1"/>
          </p:cNvPicPr>
          <p:nvPr userDrawn="1">
            <p:custDataLst>
              <p:tags r:id="rId7"/>
            </p:custDataLst>
          </p:nvPr>
        </p:nvPicPr>
        <p:blipFill>
          <a:blip r:embed="rId10" cstate="print">
            <a:extLst>
              <a:ext uri="{28A0092B-C50C-407E-A947-70E740481C1C}">
                <a14:useLocalDpi xmlns:a14="http://schemas.microsoft.com/office/drawing/2010/main" val="0"/>
              </a:ext>
            </a:extLst>
          </a:blip>
          <a:stretch>
            <a:fillRect/>
          </a:stretch>
        </p:blipFill>
        <p:spPr>
          <a:xfrm>
            <a:off x="5520666" y="1836735"/>
            <a:ext cx="656454" cy="986400"/>
          </a:xfrm>
          <a:prstGeom prst="rect">
            <a:avLst/>
          </a:prstGeom>
        </p:spPr>
      </p:pic>
    </p:spTree>
    <p:extLst>
      <p:ext uri="{BB962C8B-B14F-4D97-AF65-F5344CB8AC3E}">
        <p14:creationId xmlns:p14="http://schemas.microsoft.com/office/powerpoint/2010/main" val="3974079215"/>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ImageColumns">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311315"/>
          </a:xfrm>
          <a:prstGeom prst="rect">
            <a:avLst/>
          </a:prstGeom>
        </p:spPr>
        <p:txBody>
          <a:bodyPr vert="horz" wrap="square" lIns="0" tIns="216000" rIns="0" bIns="0" rtlCol="0" anchor="t" anchorCtr="0">
            <a:noAutofit/>
          </a:bodyPr>
          <a:lstStyle>
            <a:lvl1pPr algn="l">
              <a:lnSpc>
                <a:spcPct val="80000"/>
              </a:lnSpc>
              <a:defRPr sz="1200" b="1" spc="0" baseline="0">
                <a:solidFill>
                  <a:schemeClr val="tx1"/>
                </a:solidFill>
                <a:latin typeface="+mn-lt"/>
                <a:cs typeface="Arial" panose="020B0604020202020204" pitchFamily="34" charset="0"/>
              </a:defRPr>
            </a:lvl1pPr>
          </a:lstStyle>
          <a:p>
            <a:pPr lvl="0"/>
            <a:r>
              <a:rPr lang="en-US" dirty="0"/>
              <a:t>Click To Edit Master TextStyles</a:t>
            </a:r>
            <a:endParaRPr lang="ru-RU" dirty="0"/>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2"/>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4" name="Picture Placeholder 3">
            <a:extLst>
              <a:ext uri="{FF2B5EF4-FFF2-40B4-BE49-F238E27FC236}">
                <a16:creationId xmlns:a16="http://schemas.microsoft.com/office/drawing/2014/main" id="{47859DE1-1EA1-D5AD-EF8E-CD7F005D6864}"/>
              </a:ext>
            </a:extLst>
          </p:cNvPr>
          <p:cNvSpPr>
            <a:spLocks noGrp="1"/>
          </p:cNvSpPr>
          <p:nvPr>
            <p:ph type="pic" sz="quarter" idx="24"/>
          </p:nvPr>
        </p:nvSpPr>
        <p:spPr>
          <a:xfrm>
            <a:off x="441469" y="1252726"/>
            <a:ext cx="8262000" cy="2969895"/>
          </a:xfrm>
        </p:spPr>
        <p:txBody>
          <a:bodyPr/>
          <a:lstStyle/>
          <a:p>
            <a:endParaRPr lang="ru-RU"/>
          </a:p>
        </p:txBody>
      </p:sp>
      <p:sp>
        <p:nvSpPr>
          <p:cNvPr id="5" name="Text Placeholder">
            <a:extLst>
              <a:ext uri="{FF2B5EF4-FFF2-40B4-BE49-F238E27FC236}">
                <a16:creationId xmlns:a16="http://schemas.microsoft.com/office/drawing/2014/main" id="{C2ACD8DD-1EDC-8193-921D-E10807104FD8}"/>
              </a:ext>
            </a:extLst>
          </p:cNvPr>
          <p:cNvSpPr>
            <a:spLocks noGrp="1"/>
          </p:cNvSpPr>
          <p:nvPr>
            <p:ph type="body" idx="38"/>
            <p:custDataLst>
              <p:tags r:id="rId3"/>
            </p:custDataLst>
          </p:nvPr>
        </p:nvSpPr>
        <p:spPr>
          <a:xfrm>
            <a:off x="440531" y="4361794"/>
            <a:ext cx="8262000" cy="343556"/>
          </a:xfrm>
        </p:spPr>
        <p:txBody>
          <a:bodyPr wrap="square" lIns="0" tIns="0" rIns="0" bIns="0" anchor="b" anchorCtr="0">
            <a:noAutofit/>
          </a:bodyPr>
          <a:lstStyle>
            <a:lvl1pPr marL="0" indent="0" algn="ctr">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2" name="Free Badge"/>
          <p:cNvPicPr>
            <a:picLocks noChangeAspect="1"/>
          </p:cNvPicPr>
          <p:nvPr userDrawn="1"/>
        </p:nvPicPr>
        <p:blipFill>
          <a:blip r:embed="rId5"/>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9283486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ankYouV2">
    <p:bg>
      <p:bgPr>
        <a:solidFill>
          <a:schemeClr val="accent1"/>
        </a:solidFill>
        <a:effectLst/>
      </p:bgPr>
    </p:bg>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1"/>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3" name="Title Placeholder">
            <a:extLst>
              <a:ext uri="{FF2B5EF4-FFF2-40B4-BE49-F238E27FC236}">
                <a16:creationId xmlns:a16="http://schemas.microsoft.com/office/drawing/2014/main" id="{41E828A7-1239-5104-E86A-F8E54FEFA70D}"/>
              </a:ext>
            </a:extLst>
          </p:cNvPr>
          <p:cNvSpPr>
            <a:spLocks noGrp="1"/>
          </p:cNvSpPr>
          <p:nvPr>
            <p:ph type="title" hasCustomPrompt="1"/>
            <p:custDataLst>
              <p:tags r:id="rId2"/>
            </p:custDataLst>
          </p:nvPr>
        </p:nvSpPr>
        <p:spPr>
          <a:xfrm>
            <a:off x="440531" y="1486141"/>
            <a:ext cx="5454254" cy="1189787"/>
          </a:xfrm>
          <a:prstGeom prst="rect">
            <a:avLst/>
          </a:prstGeom>
        </p:spPr>
        <p:txBody>
          <a:bodyPr vert="horz" wrap="square" lIns="0" tIns="108000" rIns="0" bIns="0" rtlCol="0" anchor="b" anchorCtr="0">
            <a:noAutofit/>
          </a:bodyPr>
          <a:lstStyle>
            <a:lvl1pPr algn="l">
              <a:lnSpc>
                <a:spcPct val="80000"/>
              </a:lnSpc>
              <a:defRPr sz="30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5" name="Subtitle Placeholder">
            <a:extLst>
              <a:ext uri="{FF2B5EF4-FFF2-40B4-BE49-F238E27FC236}">
                <a16:creationId xmlns:a16="http://schemas.microsoft.com/office/drawing/2014/main" id="{0D8ADF39-0B0E-5038-931A-5849454CC5AF}"/>
              </a:ext>
            </a:extLst>
          </p:cNvPr>
          <p:cNvSpPr>
            <a:spLocks noGrp="1"/>
          </p:cNvSpPr>
          <p:nvPr>
            <p:ph type="body" idx="26" hasCustomPrompt="1"/>
            <p:custDataLst>
              <p:tags r:id="rId3"/>
            </p:custDataLst>
          </p:nvPr>
        </p:nvSpPr>
        <p:spPr>
          <a:xfrm>
            <a:off x="440532" y="2952958"/>
            <a:ext cx="4050506" cy="86600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1" name="Graphic 10">
            <a:extLst>
              <a:ext uri="{FF2B5EF4-FFF2-40B4-BE49-F238E27FC236}">
                <a16:creationId xmlns:a16="http://schemas.microsoft.com/office/drawing/2014/main" id="{281A472A-704F-30D6-967B-52A15C54AE04}"/>
              </a:ext>
            </a:extLst>
          </p:cNvPr>
          <p:cNvPicPr>
            <a:picLocks noChangeAspect="1"/>
          </p:cNvPicPr>
          <p:nvPr userDrawn="1"/>
        </p:nvPicPr>
        <p:blipFill>
          <a:blip r:embed="rId5">
            <a:extLst>
              <a:ext uri="{96DAC541-7B7A-43D3-8B79-37D633B846F1}">
                <asvg:svgBlip xmlns:asvg="http://schemas.microsoft.com/office/drawing/2016/SVG/main" r:embed="rId6"/>
              </a:ext>
            </a:extLst>
          </a:blip>
          <a:srcRect r="50000"/>
          <a:stretch>
            <a:fillRect/>
          </a:stretch>
        </p:blipFill>
        <p:spPr>
          <a:xfrm flipH="1">
            <a:off x="5703803" y="1352831"/>
            <a:ext cx="3106987" cy="3495360"/>
          </a:xfrm>
          <a:prstGeom prst="rect">
            <a:avLst/>
          </a:prstGeom>
        </p:spPr>
      </p:pic>
      <p:pic>
        <p:nvPicPr>
          <p:cNvPr id="2"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272334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box5">
    <p:bg>
      <p:bgPr>
        <a:solidFill>
          <a:schemeClr val="bg2"/>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1">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1">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 name="Subtitle Placeholder 2">
            <a:extLst>
              <a:ext uri="{FF2B5EF4-FFF2-40B4-BE49-F238E27FC236}">
                <a16:creationId xmlns:a16="http://schemas.microsoft.com/office/drawing/2014/main" id="{2C535C6B-A4A3-76B9-0774-F14DFFEEDAD7}"/>
              </a:ext>
            </a:extLst>
          </p:cNvPr>
          <p:cNvSpPr>
            <a:spLocks noGrp="1"/>
          </p:cNvSpPr>
          <p:nvPr>
            <p:ph type="body" idx="37" hasCustomPrompt="1"/>
            <p:custDataLst>
              <p:tags r:id="rId5"/>
            </p:custDataLst>
          </p:nvPr>
        </p:nvSpPr>
        <p:spPr>
          <a:xfrm>
            <a:off x="2128239"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4" name="Text Placeholder 2">
            <a:extLst>
              <a:ext uri="{FF2B5EF4-FFF2-40B4-BE49-F238E27FC236}">
                <a16:creationId xmlns:a16="http://schemas.microsoft.com/office/drawing/2014/main" id="{D054D53E-80E2-68D9-9ACD-9D8147A7D5B6}"/>
              </a:ext>
            </a:extLst>
          </p:cNvPr>
          <p:cNvSpPr>
            <a:spLocks noGrp="1"/>
          </p:cNvSpPr>
          <p:nvPr>
            <p:ph type="body" idx="38"/>
            <p:custDataLst>
              <p:tags r:id="rId6"/>
            </p:custDataLst>
          </p:nvPr>
        </p:nvSpPr>
        <p:spPr>
          <a:xfrm>
            <a:off x="2128239"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5" name="Subtitle Placeholder 3">
            <a:extLst>
              <a:ext uri="{FF2B5EF4-FFF2-40B4-BE49-F238E27FC236}">
                <a16:creationId xmlns:a16="http://schemas.microsoft.com/office/drawing/2014/main" id="{CF5DEE60-F2D7-9DA3-D844-42938228344B}"/>
              </a:ext>
            </a:extLst>
          </p:cNvPr>
          <p:cNvSpPr>
            <a:spLocks noGrp="1"/>
          </p:cNvSpPr>
          <p:nvPr>
            <p:ph type="body" idx="39" hasCustomPrompt="1"/>
            <p:custDataLst>
              <p:tags r:id="rId7"/>
            </p:custDataLst>
          </p:nvPr>
        </p:nvSpPr>
        <p:spPr>
          <a:xfrm>
            <a:off x="3816000"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9" name="Text Placeholder 3">
            <a:extLst>
              <a:ext uri="{FF2B5EF4-FFF2-40B4-BE49-F238E27FC236}">
                <a16:creationId xmlns:a16="http://schemas.microsoft.com/office/drawing/2014/main" id="{E2F47E63-4C8D-C6F8-3834-2E75BD0B4B68}"/>
              </a:ext>
            </a:extLst>
          </p:cNvPr>
          <p:cNvSpPr>
            <a:spLocks noGrp="1"/>
          </p:cNvSpPr>
          <p:nvPr>
            <p:ph type="body" idx="40"/>
            <p:custDataLst>
              <p:tags r:id="rId8"/>
            </p:custDataLst>
          </p:nvPr>
        </p:nvSpPr>
        <p:spPr>
          <a:xfrm>
            <a:off x="3815947"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0" name="Subtitle Placeholder 4">
            <a:extLst>
              <a:ext uri="{FF2B5EF4-FFF2-40B4-BE49-F238E27FC236}">
                <a16:creationId xmlns:a16="http://schemas.microsoft.com/office/drawing/2014/main" id="{21FF8531-682E-41A1-5A7F-7DC2F9ED7B6C}"/>
              </a:ext>
            </a:extLst>
          </p:cNvPr>
          <p:cNvSpPr>
            <a:spLocks noGrp="1"/>
          </p:cNvSpPr>
          <p:nvPr>
            <p:ph type="body" idx="41" hasCustomPrompt="1"/>
            <p:custDataLst>
              <p:tags r:id="rId9"/>
            </p:custDataLst>
          </p:nvPr>
        </p:nvSpPr>
        <p:spPr>
          <a:xfrm>
            <a:off x="5503655"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1" name="Text Placeholder 4">
            <a:extLst>
              <a:ext uri="{FF2B5EF4-FFF2-40B4-BE49-F238E27FC236}">
                <a16:creationId xmlns:a16="http://schemas.microsoft.com/office/drawing/2014/main" id="{8E2FDD7E-FAF2-BFFF-C271-C74728F1002B}"/>
              </a:ext>
            </a:extLst>
          </p:cNvPr>
          <p:cNvSpPr>
            <a:spLocks noGrp="1"/>
          </p:cNvSpPr>
          <p:nvPr>
            <p:ph type="body" idx="42"/>
            <p:custDataLst>
              <p:tags r:id="rId10"/>
            </p:custDataLst>
          </p:nvPr>
        </p:nvSpPr>
        <p:spPr>
          <a:xfrm>
            <a:off x="5503655"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2" name="Subtitle Placeholder 5">
            <a:extLst>
              <a:ext uri="{FF2B5EF4-FFF2-40B4-BE49-F238E27FC236}">
                <a16:creationId xmlns:a16="http://schemas.microsoft.com/office/drawing/2014/main" id="{2964AEFD-6607-6E3A-2748-C0AEC09C640F}"/>
              </a:ext>
            </a:extLst>
          </p:cNvPr>
          <p:cNvSpPr>
            <a:spLocks noGrp="1"/>
          </p:cNvSpPr>
          <p:nvPr>
            <p:ph type="body" idx="43" hasCustomPrompt="1"/>
            <p:custDataLst>
              <p:tags r:id="rId11"/>
            </p:custDataLst>
          </p:nvPr>
        </p:nvSpPr>
        <p:spPr>
          <a:xfrm>
            <a:off x="7191362"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4" name="Text Placeholder 5">
            <a:extLst>
              <a:ext uri="{FF2B5EF4-FFF2-40B4-BE49-F238E27FC236}">
                <a16:creationId xmlns:a16="http://schemas.microsoft.com/office/drawing/2014/main" id="{1D664E3F-13E4-C78E-CAB6-CD465A952128}"/>
              </a:ext>
            </a:extLst>
          </p:cNvPr>
          <p:cNvSpPr>
            <a:spLocks noGrp="1"/>
          </p:cNvSpPr>
          <p:nvPr>
            <p:ph type="body" idx="44"/>
            <p:custDataLst>
              <p:tags r:id="rId12"/>
            </p:custDataLst>
          </p:nvPr>
        </p:nvSpPr>
        <p:spPr>
          <a:xfrm>
            <a:off x="719136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5" name="Free Badge"/>
          <p:cNvPicPr>
            <a:picLocks noChangeAspect="1"/>
          </p:cNvPicPr>
          <p:nvPr userDrawn="1"/>
        </p:nvPicPr>
        <p:blipFill>
          <a:blip r:embed="rId14"/>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7675849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box1V3">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91037" y="1861241"/>
            <a:ext cx="4212432"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91037" y="2239255"/>
            <a:ext cx="4212432"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440532" y="1861240"/>
            <a:ext cx="3726506" cy="2838157"/>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379451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box1V1">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5292179"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0" y="1861241"/>
            <a:ext cx="5292179"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0" y="2239255"/>
            <a:ext cx="5292179"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6056710" y="438152"/>
            <a:ext cx="2646759" cy="4261245"/>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87266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1275110"/>
            <a:ext cx="5454254" cy="1411386"/>
          </a:xfrm>
          <a:prstGeom prst="rect">
            <a:avLst/>
          </a:prstGeom>
        </p:spPr>
        <p:txBody>
          <a:bodyPr vert="horz" wrap="square" lIns="0" tIns="108000" rIns="0" bIns="0" rtlCol="0" anchor="b" anchorCtr="0">
            <a:noAutofit/>
          </a:bodyPr>
          <a:lstStyle>
            <a:lvl1pPr algn="l">
              <a:lnSpc>
                <a:spcPct val="80000"/>
              </a:lnSpc>
              <a:defRPr sz="36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2" y="2960550"/>
            <a:ext cx="4131469" cy="110799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br>
              <a:rPr lang="en-US" dirty="0"/>
            </a:br>
            <a:br>
              <a:rPr lang="en-US" dirty="0"/>
            </a:br>
            <a:br>
              <a:rPr lang="en-US" dirty="0"/>
            </a:br>
            <a:br>
              <a:rPr lang="en-US" dirty="0"/>
            </a:br>
            <a:br>
              <a:rPr lang="en-US" dirty="0"/>
            </a:br>
            <a:endParaRPr lang="en-US" dirty="0"/>
          </a:p>
        </p:txBody>
      </p:sp>
      <p:sp>
        <p:nvSpPr>
          <p:cNvPr id="3" name="Footer Placeholder">
            <a:extLst>
              <a:ext uri="{FF2B5EF4-FFF2-40B4-BE49-F238E27FC236}">
                <a16:creationId xmlns:a16="http://schemas.microsoft.com/office/drawing/2014/main" id="{248D3DA2-2698-1CC7-89F4-A455C936A4D1}"/>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6" name="Straight Connector 5">
            <a:extLst>
              <a:ext uri="{FF2B5EF4-FFF2-40B4-BE49-F238E27FC236}">
                <a16:creationId xmlns:a16="http://schemas.microsoft.com/office/drawing/2014/main" id="{AA8D1CC9-A497-281E-9565-A24F0DD5F909}"/>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68CD30F-5514-BA53-C07C-897AA9810395}"/>
              </a:ext>
            </a:extLst>
          </p:cNvPr>
          <p:cNvSpPr/>
          <p:nvPr userDrawn="1"/>
        </p:nvSpPr>
        <p:spPr>
          <a:xfrm>
            <a:off x="440531" y="655243"/>
            <a:ext cx="4050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4" name="Rectangle 3">
            <a:extLst>
              <a:ext uri="{FF2B5EF4-FFF2-40B4-BE49-F238E27FC236}">
                <a16:creationId xmlns:a16="http://schemas.microsoft.com/office/drawing/2014/main" id="{F28F8DEE-EAE7-4611-DCFB-2DCA31D1D948}"/>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1" name="Graphic 10">
            <a:extLst>
              <a:ext uri="{FF2B5EF4-FFF2-40B4-BE49-F238E27FC236}">
                <a16:creationId xmlns:a16="http://schemas.microsoft.com/office/drawing/2014/main" id="{C67FEFAF-AAF4-315E-2AA1-3F0C6DFC59AA}"/>
              </a:ext>
            </a:extLst>
          </p:cNvPr>
          <p:cNvPicPr>
            <a:picLocks noChangeAspect="1"/>
          </p:cNvPicPr>
          <p:nvPr userDrawn="1"/>
        </p:nvPicPr>
        <p:blipFill>
          <a:blip r:embed="rId5">
            <a:extLst>
              <a:ext uri="{96DAC541-7B7A-43D3-8B79-37D633B846F1}">
                <asvg:svgBlip xmlns:asvg="http://schemas.microsoft.com/office/drawing/2016/SVG/main" r:embed="rId6"/>
              </a:ext>
            </a:extLst>
          </a:blip>
          <a:srcRect r="43230" b="8103"/>
          <a:stretch>
            <a:fillRect/>
          </a:stretch>
        </p:blipFill>
        <p:spPr>
          <a:xfrm>
            <a:off x="5449677" y="1779608"/>
            <a:ext cx="3694324" cy="3363893"/>
          </a:xfrm>
          <a:prstGeom prst="rect">
            <a:avLst/>
          </a:prstGeom>
        </p:spPr>
      </p:pic>
      <p:pic>
        <p:nvPicPr>
          <p:cNvPr id="8"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808185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tags" Target="../tags/tag1.xml"/><Relationship Id="rId3"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 Id="rId4" Type="http://schemas.openxmlformats.org/officeDocument/2006/relationships/tags" Target="../tags/tag2.xml"/><Relationship Id="rId5" Type="http://schemas.openxmlformats.org/officeDocument/2006/relationships/tags" Target="../tags/tag3.xml"/><Relationship Id="rId6"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tags" Target="../tags/tag4.xml"/><Relationship Id="rId4" Type="http://schemas.openxmlformats.org/officeDocument/2006/relationships/tags" Target="../tags/tag5.xml"/><Relationship Id="rId5" Type="http://schemas.openxmlformats.org/officeDocument/2006/relationships/image" Target="../media/image1.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theme" Target="../theme/theme4.xml"/><Relationship Id="rId7" Type="http://schemas.openxmlformats.org/officeDocument/2006/relationships/tags" Target="../tags/tag6.xml"/><Relationship Id="rId8" Type="http://schemas.openxmlformats.org/officeDocument/2006/relationships/image" Target="../media/image1.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5.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image" Target="../media/image1.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theme" Target="../theme/theme6.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image" Target="../media/image1.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theme" Target="../theme/theme7.xml"/><Relationship Id="rId10" Type="http://schemas.openxmlformats.org/officeDocument/2006/relationships/tags" Target="../tags/tag26.xml"/><Relationship Id="rId11" Type="http://schemas.openxmlformats.org/officeDocument/2006/relationships/tags" Target="../tags/tag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Bild 5">
            <a:extLst>
              <a:ext uri="{FF2B5EF4-FFF2-40B4-BE49-F238E27FC236}">
                <a16:creationId xmlns:a16="http://schemas.microsoft.com/office/drawing/2014/main" id="{672FFD4B-953E-1948-9D3C-E799629962F0}"/>
              </a:ext>
            </a:extLst>
          </p:cNvPr>
          <p:cNvPicPr>
            <a:picLocks noGrp="1" noSelect="1" noRot="1" noMove="1" noResize="1" noEditPoints="1" noAdjustHandles="1" noChangeArrowheads="1" noChangeShapeType="1"/>
          </p:cNvPicPr>
          <p:nvPr userDrawn="1">
            <p:custDataLst>
              <p:tags r:id="rId2"/>
            </p:custDataLst>
          </p:nvPr>
        </p:nvPicPr>
        <p:blipFill>
          <a:blip r:embed="rId3">
            <a:extLst>
              <a:ext uri="{28A0092B-C50C-407E-A947-70E740481C1C}">
                <a14:useLocalDpi xmlns:a14="http://schemas.microsoft.com/office/drawing/2010/main" val="0"/>
              </a:ext>
            </a:extLst>
          </a:blip>
          <a:stretch>
            <a:fillRect/>
          </a:stretch>
        </p:blipFill>
        <p:spPr>
          <a:xfrm>
            <a:off x="2895600" y="270000"/>
            <a:ext cx="4603750" cy="3683000"/>
          </a:xfrm>
          <a:prstGeom prst="rect">
            <a:avLst/>
          </a:prstGeom>
        </p:spPr>
      </p:pic>
    </p:spTree>
    <p:extLst>
      <p:ext uri="{BB962C8B-B14F-4D97-AF65-F5344CB8AC3E}">
        <p14:creationId xmlns:p14="http://schemas.microsoft.com/office/powerpoint/2010/main" val="3529454249"/>
      </p:ext>
    </p:extLst>
  </p:cSld>
  <p:clrMap bg1="lt1" tx1="dk1" bg2="lt2" tx2="dk2" accent1="accent1" accent2="accent2" accent3="accent3" accent4="accent4" accent5="accent5" accent6="accent6" hlink="hlink" folHlink="folHlink"/>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4"/>
            </p:custDataLst>
          </p:nvPr>
        </p:nvSpPr>
        <p:spPr>
          <a:xfrm>
            <a:off x="540000" y="187200"/>
            <a:ext cx="7020000" cy="410369"/>
          </a:xfrm>
          <a:prstGeom prst="rect">
            <a:avLst/>
          </a:prstGeom>
        </p:spPr>
        <p:txBody>
          <a:bodyPr vert="horz" lIns="0" tIns="0" rIns="0" bIns="0" rtlCol="0" anchor="b" anchorCtr="0">
            <a:noAutofit/>
          </a:bodyPr>
          <a:lstStyle/>
          <a:p>
            <a:r>
              <a:rPr lang="de-DE" dirty="0"/>
              <a:t>Titel A:  (Arial 28pt., rot, max. 1 Zeile) </a:t>
            </a:r>
          </a:p>
        </p:txBody>
      </p:sp>
      <p:pic>
        <p:nvPicPr>
          <p:cNvPr id="8" name="Bild 5">
            <a:extLst>
              <a:ext uri="{FF2B5EF4-FFF2-40B4-BE49-F238E27FC236}">
                <a16:creationId xmlns:a16="http://schemas.microsoft.com/office/drawing/2014/main" id="{8EF88773-CF19-0446-8E72-82C3FC2CA652}"/>
              </a:ext>
            </a:extLst>
          </p:cNvPr>
          <p:cNvPicPr>
            <a:picLocks noGrp="1" noSelect="1" noRot="1" noMove="1" noResize="1" noEditPoints="1" noAdjustHandles="1" noChangeArrowheads="1" noChangeShapeType="1"/>
          </p:cNvPicPr>
          <p:nvPr userDrawn="1">
            <p:custDataLst>
              <p:tags r:id="rId5"/>
            </p:custDataLst>
          </p:nvPr>
        </p:nvPicPr>
        <p:blipFill>
          <a:blip r:embed="rId6"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742856631"/>
      </p:ext>
    </p:extLst>
  </p:cSld>
  <p:clrMap bg1="lt1" tx1="dk1" bg2="lt2" tx2="dk2" accent1="accent1" accent2="accent2" accent3="accent3" accent4="accent4" accent5="accent5" accent6="accent6" hlink="hlink" folHlink="folHlink"/>
  <p:sldLayoutIdLst>
    <p:sldLayoutId id="2147483750" r:id="rId1"/>
    <p:sldLayoutId id="2147483765" r:id="rId2"/>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3" pos="4752" userDrawn="1">
          <p15:clr>
            <a:srgbClr val="F26B43"/>
          </p15:clr>
        </p15:guide>
        <p15:guide id="4" pos="5664" userDrawn="1">
          <p15:clr>
            <a:srgbClr val="F26B43"/>
          </p15:clr>
        </p15:guide>
        <p15:guide id="6" pos="336" userDrawn="1">
          <p15:clr>
            <a:srgbClr val="F26B43"/>
          </p15:clr>
        </p15:guide>
        <p15:guide id="13" orient="horz" pos="836" userDrawn="1">
          <p15:clr>
            <a:srgbClr val="F26B43"/>
          </p15:clr>
        </p15:guide>
        <p15:guide id="15" orient="horz" pos="631" userDrawn="1">
          <p15:clr>
            <a:srgbClr val="F26B43"/>
          </p15:clr>
        </p15:guide>
        <p15:guide id="21" orient="horz" pos="1208" userDrawn="1">
          <p15:clr>
            <a:srgbClr val="F26B43"/>
          </p15:clr>
        </p15:guide>
        <p15:guide id="22" orient="horz" pos="472"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3"/>
            </p:custDataLst>
          </p:nvPr>
        </p:nvSpPr>
        <p:spPr>
          <a:xfrm>
            <a:off x="540000" y="1220400"/>
            <a:ext cx="7020000" cy="900000"/>
          </a:xfrm>
          <a:prstGeom prst="rect">
            <a:avLst/>
          </a:prstGeom>
        </p:spPr>
        <p:txBody>
          <a:bodyPr vert="horz" wrap="square" lIns="0" tIns="0" rIns="0" bIns="0" rtlCol="0" anchor="b" anchorCtr="0">
            <a:noAutofit/>
          </a:bodyPr>
          <a:lstStyle/>
          <a:p>
            <a:r>
              <a:rPr lang="de-DE" dirty="0"/>
              <a:t>Titel A (Arial 28/32pt., </a:t>
            </a:r>
            <a:br>
              <a:rPr lang="de-DE" dirty="0"/>
            </a:br>
            <a:r>
              <a:rPr lang="de-DE" dirty="0"/>
              <a:t>rot, max. 2 Zeilen) </a:t>
            </a:r>
          </a:p>
        </p:txBody>
      </p:sp>
      <p:pic>
        <p:nvPicPr>
          <p:cNvPr id="4" name="Bild 5">
            <a:extLst>
              <a:ext uri="{FF2B5EF4-FFF2-40B4-BE49-F238E27FC236}">
                <a16:creationId xmlns:a16="http://schemas.microsoft.com/office/drawing/2014/main" id="{FCC3D389-9973-964B-91ED-5643E78F35AA}"/>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4081700730"/>
      </p:ext>
    </p:extLst>
  </p:cSld>
  <p:clrMap bg1="lt1" tx1="dk1" bg2="lt2" tx2="dk2" accent1="accent1" accent2="accent2" accent3="accent3" accent4="accent4" accent5="accent5" accent6="accent6" hlink="hlink" folHlink="folHlink"/>
  <p:sldLayoutIdLst>
    <p:sldLayoutId id="2147483756" r:id="rId1"/>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84" userDrawn="1">
          <p15:clr>
            <a:srgbClr val="F26B43"/>
          </p15:clr>
        </p15:guide>
        <p15:guide id="2" pos="336">
          <p15:clr>
            <a:srgbClr val="F26B43"/>
          </p15:clr>
        </p15:guide>
        <p15:guide id="3" pos="4752" userDrawn="1">
          <p15:clr>
            <a:srgbClr val="F26B43"/>
          </p15:clr>
        </p15:guide>
        <p15:guide id="4" pos="5664" userDrawn="1">
          <p15:clr>
            <a:srgbClr val="F26B43"/>
          </p15:clr>
        </p15:guide>
        <p15:guide id="6" orient="horz" pos="1432" userDrawn="1">
          <p15:clr>
            <a:srgbClr val="F26B43"/>
          </p15:clr>
        </p15:guide>
        <p15:guide id="12" orient="horz" pos="2255"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p:cNvSpPr>
          <p:nvPr>
            <p:ph type="title"/>
          </p:nvPr>
        </p:nvSpPr>
        <p:spPr>
          <a:xfrm>
            <a:off x="540000" y="676800"/>
            <a:ext cx="7020000" cy="410369"/>
          </a:xfrm>
          <a:prstGeom prst="rect">
            <a:avLst/>
          </a:prstGeom>
        </p:spPr>
        <p:txBody>
          <a:bodyPr vert="horz" lIns="0" tIns="0" rIns="0" bIns="0" rtlCol="0" anchor="t">
            <a:spAutoFit/>
          </a:bodyPr>
          <a:lstStyle/>
          <a:p>
            <a:r>
              <a:rPr lang="de-DE" dirty="0"/>
              <a:t>Titel A (Arial 28pt., rot, max. 1 Zeile) </a:t>
            </a:r>
          </a:p>
        </p:txBody>
      </p:sp>
      <p:sp>
        <p:nvSpPr>
          <p:cNvPr id="5" name="Rechteck 4">
            <a:extLst>
              <a:ext uri="{FF2B5EF4-FFF2-40B4-BE49-F238E27FC236}">
                <a16:creationId xmlns:a16="http://schemas.microsoft.com/office/drawing/2014/main" id="{4EBF98FB-2886-B941-8FDB-3481055A357B}"/>
              </a:ext>
            </a:extLst>
          </p:cNvPr>
          <p:cNvSpPr/>
          <p:nvPr userDrawn="1"/>
        </p:nvSpPr>
        <p:spPr>
          <a:xfrm>
            <a:off x="0" y="1925998"/>
            <a:ext cx="9144000" cy="30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bg1">
                  <a:lumMod val="85000"/>
                </a:schemeClr>
              </a:solidFill>
            </a:endParaRP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650500097"/>
      </p:ext>
    </p:extLst>
  </p:cSld>
  <p:clrMap bg1="lt1" tx1="dk1" bg2="lt2" tx2="dk2" accent1="accent1" accent2="accent2" accent3="accent3" accent4="accent4" accent5="accent5" accent6="accent6" hlink="hlink" folHlink="folHlink"/>
  <p:sldLayoutIdLst>
    <p:sldLayoutId id="2147483752" r:id="rId1"/>
    <p:sldLayoutId id="2147483688" r:id="rId2"/>
    <p:sldLayoutId id="2147483766" r:id="rId3"/>
    <p:sldLayoutId id="2147483754" r:id="rId4"/>
    <p:sldLayoutId id="2147483767" r:id="rId5"/>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userDrawn="1">
          <p15:clr>
            <a:srgbClr val="F26B43"/>
          </p15:clr>
        </p15:guide>
        <p15:guide id="4" orient="horz" pos="1380" userDrawn="1">
          <p15:clr>
            <a:srgbClr val="F26B43"/>
          </p15:clr>
        </p15:guide>
        <p15:guide id="9" pos="2688" userDrawn="1">
          <p15:clr>
            <a:srgbClr val="F26B43"/>
          </p15:clr>
        </p15:guide>
        <p15:guide id="10" pos="3072" userDrawn="1">
          <p15:clr>
            <a:srgbClr val="F26B43"/>
          </p15:clr>
        </p15:guide>
        <p15:guide id="11" pos="2880" userDrawn="1">
          <p15:clr>
            <a:srgbClr val="F26B43"/>
          </p15:clr>
        </p15:guide>
        <p15:guide id="12" pos="5424" userDrawn="1">
          <p15:clr>
            <a:srgbClr val="F26B43"/>
          </p15:clr>
        </p15:guide>
        <p15:guide id="19" orient="horz" pos="780" userDrawn="1">
          <p15:clr>
            <a:srgbClr val="F26B43"/>
          </p15:clr>
        </p15:guide>
        <p15:guide id="20" orient="horz" pos="189" userDrawn="1">
          <p15:clr>
            <a:srgbClr val="F26B43"/>
          </p15:clr>
        </p15:guide>
        <p15:guide id="24" orient="horz" pos="1213" userDrawn="1">
          <p15:clr>
            <a:srgbClr val="F26B43"/>
          </p15:clr>
        </p15:guide>
        <p15:guide id="25" orient="horz" pos="634" userDrawn="1">
          <p15:clr>
            <a:srgbClr val="F26B43"/>
          </p15:clr>
        </p15:guide>
        <p15:guide id="26" orient="horz" pos="472" userDrawn="1">
          <p15:clr>
            <a:srgbClr val="F26B43"/>
          </p15:clr>
        </p15:guide>
        <p15:guide id="29" orient="horz" pos="2981" userDrawn="1">
          <p15:clr>
            <a:srgbClr val="F26B43"/>
          </p15:clr>
        </p15:guide>
        <p15:guide id="30" orient="horz" pos="31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3"/>
            </p:custDataLst>
          </p:nvPr>
        </p:nvSpPr>
        <p:spPr>
          <a:xfrm>
            <a:off x="540000" y="187200"/>
            <a:ext cx="7020000" cy="410369"/>
          </a:xfrm>
          <a:prstGeom prst="rect">
            <a:avLst/>
          </a:prstGeom>
        </p:spPr>
        <p:txBody>
          <a:bodyPr vert="horz" lIns="0" tIns="0" rIns="0" bIns="0" rtlCol="0" anchor="t">
            <a:spAutoFit/>
          </a:bodyPr>
          <a:lstStyle/>
          <a:p>
            <a:r>
              <a:rPr lang="de-DE" dirty="0"/>
              <a:t>Titel A (Arial 28pt., rot, max. 1 Zeile) </a:t>
            </a: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06798402"/>
      </p:ext>
    </p:extLst>
  </p:cSld>
  <p:clrMap bg1="lt1" tx1="dk1" bg2="lt2" tx2="dk2" accent1="accent1" accent2="accent2" accent3="accent3" accent4="accent4" accent5="accent5" accent6="accent6" hlink="hlink" folHlink="folHlink"/>
  <p:sldLayoutIdLst>
    <p:sldLayoutId id="2147483775" r:id="rId1"/>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p15:clr>
            <a:srgbClr val="F26B43"/>
          </p15:clr>
        </p15:guide>
        <p15:guide id="4" orient="horz" pos="1380">
          <p15:clr>
            <a:srgbClr val="F26B43"/>
          </p15:clr>
        </p15:guide>
        <p15:guide id="9" pos="2688">
          <p15:clr>
            <a:srgbClr val="F26B43"/>
          </p15:clr>
        </p15:guide>
        <p15:guide id="10" pos="3072">
          <p15:clr>
            <a:srgbClr val="F26B43"/>
          </p15:clr>
        </p15:guide>
        <p15:guide id="11" pos="2880">
          <p15:clr>
            <a:srgbClr val="F26B43"/>
          </p15:clr>
        </p15:guide>
        <p15:guide id="12" pos="5424">
          <p15:clr>
            <a:srgbClr val="F26B43"/>
          </p15:clr>
        </p15:guide>
        <p15:guide id="19" orient="horz" pos="780">
          <p15:clr>
            <a:srgbClr val="F26B43"/>
          </p15:clr>
        </p15:guide>
        <p15:guide id="20" orient="horz" pos="324" userDrawn="1">
          <p15:clr>
            <a:srgbClr val="F26B43"/>
          </p15:clr>
        </p15:guide>
        <p15:guide id="24" orient="horz" pos="1213">
          <p15:clr>
            <a:srgbClr val="F26B43"/>
          </p15:clr>
        </p15:guide>
        <p15:guide id="25" orient="horz" pos="634">
          <p15:clr>
            <a:srgbClr val="F26B43"/>
          </p15:clr>
        </p15:guide>
        <p15:guide id="26" orient="horz" pos="472">
          <p15:clr>
            <a:srgbClr val="F26B43"/>
          </p15:clr>
        </p15:guide>
        <p15:guide id="29" orient="horz" pos="2981">
          <p15:clr>
            <a:srgbClr val="F26B43"/>
          </p15:clr>
        </p15:guide>
        <p15:guide id="30" orient="horz" pos="314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5"/>
            </p:custDataLst>
          </p:nvPr>
        </p:nvSpPr>
        <p:spPr>
          <a:xfrm>
            <a:off x="540000" y="187200"/>
            <a:ext cx="7020000" cy="410369"/>
          </a:xfrm>
          <a:prstGeom prst="rect">
            <a:avLst/>
          </a:prstGeom>
        </p:spPr>
        <p:txBody>
          <a:bodyPr vert="horz" lIns="0" tIns="0" rIns="0" bIns="0" rtlCol="0" anchor="t">
            <a:spAutoFit/>
          </a:bodyPr>
          <a:lstStyle/>
          <a:p>
            <a:r>
              <a:rPr lang="de-CH" sz="2800" kern="1200" dirty="0">
                <a:solidFill>
                  <a:srgbClr val="E6002F"/>
                </a:solidFill>
                <a:effectLst/>
                <a:latin typeface="Arial" panose="020B0604020202020204" pitchFamily="34" charset="0"/>
                <a:ea typeface="+mj-ea"/>
                <a:cs typeface="Arial" panose="020B0604020202020204" pitchFamily="34" charset="0"/>
              </a:rPr>
              <a:t>Inhaltliche Guidelines</a:t>
            </a:r>
            <a:endParaRPr lang="de-DE" dirty="0"/>
          </a:p>
        </p:txBody>
      </p:sp>
      <p:sp>
        <p:nvSpPr>
          <p:cNvPr id="33" name="Textplatzhalter 3">
            <a:extLst>
              <a:ext uri="{FF2B5EF4-FFF2-40B4-BE49-F238E27FC236}">
                <a16:creationId xmlns:a16="http://schemas.microsoft.com/office/drawing/2014/main" id="{6C5C4CF1-EFE9-DB4F-BB02-A27793C328E6}"/>
              </a:ext>
            </a:extLst>
          </p:cNvPr>
          <p:cNvSpPr txBox="1">
            <a:spLocks noGrp="1" noSelect="1" noRot="1" noMove="1" noResize="1" noEditPoints="1" noAdjustHandles="1" noChangeArrowheads="1" noChangeShapeType="1" noTextEdit="1"/>
          </p:cNvSpPr>
          <p:nvPr userDrawn="1">
            <p:custDataLst>
              <p:tags r:id="rId6"/>
            </p:custDataLst>
          </p:nvPr>
        </p:nvSpPr>
        <p:spPr>
          <a:xfrm>
            <a:off x="5400000" y="5004000"/>
            <a:ext cx="3600000" cy="112851"/>
          </a:xfrm>
          <a:prstGeom prst="rect">
            <a:avLst/>
          </a:prstGeom>
        </p:spPr>
        <p:txBody>
          <a:bodyPr lIns="0" tIns="0" rIns="0" bIns="0">
            <a:spAutoFit/>
          </a:bodyPr>
          <a:lstStyle>
            <a:lvl1pPr marL="0" indent="0" algn="r" defTabSz="914377" rtl="0" eaLnBrk="1" latinLnBrk="0" hangingPunct="1">
              <a:lnSpc>
                <a:spcPct val="90000"/>
              </a:lnSpc>
              <a:spcBef>
                <a:spcPts val="0"/>
              </a:spcBef>
              <a:buFont typeface="Arial" panose="020B0604020202020204" pitchFamily="34" charset="0"/>
              <a:buNone/>
              <a:defRPr sz="800" kern="1200">
                <a:solidFill>
                  <a:schemeClr val="tx1"/>
                </a:solidFill>
                <a:latin typeface="Arial" panose="020B0604020202020204" pitchFamily="34" charset="0"/>
                <a:ea typeface="+mn-ea"/>
                <a:cs typeface="Arial" panose="020B0604020202020204" pitchFamily="34" charset="0"/>
              </a:defRPr>
            </a:lvl1pPr>
            <a:lvl2pPr marL="685783"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2pPr>
            <a:lvl3pPr marL="1142971"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3pPr>
            <a:lvl4pPr marL="1600160"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4pPr>
            <a:lvl5pPr marL="2057349"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 Copyright Kommunikation </a:t>
            </a:r>
            <a:r>
              <a:rPr lang="de-DE" dirty="0" err="1"/>
              <a:t>UniBE</a:t>
            </a:r>
            <a:r>
              <a:rPr lang="de-DE" dirty="0"/>
              <a:t>: Version 3.0, 11.2018</a:t>
            </a:r>
          </a:p>
        </p:txBody>
      </p:sp>
      <p:pic>
        <p:nvPicPr>
          <p:cNvPr id="5" name="Bild 5">
            <a:extLst>
              <a:ext uri="{FF2B5EF4-FFF2-40B4-BE49-F238E27FC236}">
                <a16:creationId xmlns:a16="http://schemas.microsoft.com/office/drawing/2014/main" id="{C6DE84E5-9B63-C34F-923D-EB0B80D7BF96}"/>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2752052908"/>
      </p:ext>
    </p:extLst>
  </p:cSld>
  <p:clrMap bg1="lt1" tx1="dk1" bg2="lt2" tx2="dk2" accent1="accent1" accent2="accent2" accent3="accent3" accent4="accent4" accent5="accent5" accent6="accent6" hlink="hlink" folHlink="folHlink"/>
  <p:sldLayoutIdLst>
    <p:sldLayoutId id="2147483764" r:id="rId1"/>
    <p:sldLayoutId id="2147483757" r:id="rId2"/>
    <p:sldLayoutId id="2147483758" r:id="rId3"/>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2" pos="336" userDrawn="1">
          <p15:clr>
            <a:srgbClr val="F26B43"/>
          </p15:clr>
        </p15:guide>
        <p15:guide id="3" pos="5664" userDrawn="1">
          <p15:clr>
            <a:srgbClr val="F26B43"/>
          </p15:clr>
        </p15:guide>
        <p15:guide id="7" orient="horz" pos="634" userDrawn="1">
          <p15:clr>
            <a:srgbClr val="F26B43"/>
          </p15:clr>
        </p15:guide>
        <p15:guide id="9" orient="horz" pos="472"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DBC626-9493-4173-4785-B4E4251F3E76}"/>
              </a:ext>
            </a:extLst>
          </p:cNvPr>
          <p:cNvSpPr>
            <a:spLocks noGrp="1"/>
          </p:cNvSpPr>
          <p:nvPr>
            <p:ph type="title"/>
            <p:custDataLst>
              <p:tags r:id="rId10"/>
            </p:custDataLst>
          </p:nvPr>
        </p:nvSpPr>
        <p:spPr>
          <a:xfrm>
            <a:off x="447905" y="330109"/>
            <a:ext cx="8255564" cy="757130"/>
          </a:xfrm>
          <a:prstGeom prst="rect">
            <a:avLst/>
          </a:prstGeom>
        </p:spPr>
        <p:txBody>
          <a:bodyPr vert="horz" wrap="square" lIns="91440" tIns="45720" rIns="91440" bIns="45720" rtlCol="0" anchor="ctr">
            <a:spAutoFit/>
          </a:bodyPr>
          <a:lstStyle/>
          <a:p>
            <a:r>
              <a:rPr lang="ru-RU" dirty="0"/>
              <a:t>ОБРАЗЕЦ ЗАГОЛОВКА</a:t>
            </a:r>
          </a:p>
        </p:txBody>
      </p:sp>
      <p:sp>
        <p:nvSpPr>
          <p:cNvPr id="3" name="Text Placeholder 2">
            <a:extLst>
              <a:ext uri="{FF2B5EF4-FFF2-40B4-BE49-F238E27FC236}">
                <a16:creationId xmlns:a16="http://schemas.microsoft.com/office/drawing/2014/main" id="{32DC0C7E-C392-88D5-6F37-5427AF82E737}"/>
              </a:ext>
            </a:extLst>
          </p:cNvPr>
          <p:cNvSpPr>
            <a:spLocks noGrp="1"/>
          </p:cNvSpPr>
          <p:nvPr>
            <p:ph type="body" idx="1"/>
            <p:custDataLst>
              <p:tags r:id="rId11"/>
            </p:custDataLst>
          </p:nvPr>
        </p:nvSpPr>
        <p:spPr>
          <a:xfrm>
            <a:off x="447905" y="1369219"/>
            <a:ext cx="8255564" cy="3263504"/>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2145507585"/>
      </p:ext>
    </p:extLst>
  </p:cSld>
  <p:clrMap bg1="lt1" tx1="dk1" bg2="lt2" tx2="dk2" accent1="accent1" accent2="accent2" accent3="accent3" accent4="accent4" accent5="accent5" accent6="accent6" hlink="hlink" folHlink="folHlink"/>
  <p:sldLayoutIdLst>
    <p:sldLayoutId id="2147484133" r:id="rId1"/>
    <p:sldLayoutId id="2147484130" r:id="rId2"/>
    <p:sldLayoutId id="2147484108" r:id="rId3"/>
    <p:sldLayoutId id="2147484129" r:id="rId4"/>
    <p:sldLayoutId id="2147484088" r:id="rId5"/>
    <p:sldLayoutId id="2147484075" r:id="rId6"/>
    <p:sldLayoutId id="2147484077" r:id="rId7"/>
    <p:sldLayoutId id="2147484082" r:id="rId8"/>
  </p:sldLayoutIdLst>
  <p:hf hdr="0" ftr="0" dt="0"/>
  <p:txStyles>
    <p:titleStyle>
      <a:lvl1pPr algn="l" defTabSz="914400" rtl="0" eaLnBrk="1" latinLnBrk="0" hangingPunct="1">
        <a:lnSpc>
          <a:spcPct val="90000"/>
        </a:lnSpc>
        <a:spcBef>
          <a:spcPct val="0"/>
        </a:spcBef>
        <a:buNone/>
        <a:defRPr sz="4800" b="0" kern="1200" spc="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78" userDrawn="1">
          <p15:clr>
            <a:srgbClr val="F26B43"/>
          </p15:clr>
        </p15:guide>
        <p15:guide id="4" pos="5483" userDrawn="1">
          <p15:clr>
            <a:srgbClr val="F26B43"/>
          </p15:clr>
        </p15:guide>
        <p15:guide id="5" orient="horz" pos="276" userDrawn="1">
          <p15:clr>
            <a:srgbClr val="F26B43"/>
          </p15:clr>
        </p15:guide>
        <p15:guide id="6" orient="horz" pos="2964" userDrawn="1">
          <p15:clr>
            <a:srgbClr val="F26B43"/>
          </p15:clr>
        </p15:guide>
        <p15:guide id="12" pos="1502" userDrawn="1">
          <p15:clr>
            <a:srgbClr val="A4A3A4"/>
          </p15:clr>
        </p15:guide>
        <p15:guide id="13" pos="1604" userDrawn="1">
          <p15:clr>
            <a:srgbClr val="A4A3A4"/>
          </p15:clr>
        </p15:guide>
        <p15:guide id="14" pos="4156" userDrawn="1">
          <p15:clr>
            <a:srgbClr val="A4A3A4"/>
          </p15:clr>
        </p15:guide>
        <p15:guide id="15" pos="4258" userDrawn="1">
          <p15:clr>
            <a:srgbClr val="A4A3A4"/>
          </p15:clr>
        </p15:guide>
        <p15:guide id="16" pos="2829" userDrawn="1">
          <p15:clr>
            <a:srgbClr val="A4A3A4"/>
          </p15:clr>
        </p15:guide>
        <p15:guide id="17" pos="2931" userDrawn="1">
          <p15:clr>
            <a:srgbClr val="A4A3A4"/>
          </p15:clr>
        </p15:guide>
        <p15:guide id="18" pos="1945" userDrawn="1">
          <p15:clr>
            <a:srgbClr val="9FCC3B"/>
          </p15:clr>
        </p15:guide>
        <p15:guide id="19" pos="2047" userDrawn="1">
          <p15:clr>
            <a:srgbClr val="9FCC3B"/>
          </p15:clr>
        </p15:guide>
        <p15:guide id="20" pos="3713" userDrawn="1">
          <p15:clr>
            <a:srgbClr val="9FCC3B"/>
          </p15:clr>
        </p15:guide>
        <p15:guide id="21" pos="3815" userDrawn="1">
          <p15:clr>
            <a:srgbClr val="9FCC3B"/>
          </p15:clr>
        </p15:guide>
        <p15:guide id="22" orient="horz" pos="4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65.xml"/><Relationship Id="rId2" Type="http://schemas.openxmlformats.org/officeDocument/2006/relationships/tags" Target="../tags/tag66.xml"/><Relationship Id="rId3" Type="http://schemas.openxmlformats.org/officeDocument/2006/relationships/tags" Target="../tags/tag67.xml"/><Relationship Id="rId4" Type="http://schemas.openxmlformats.org/officeDocument/2006/relationships/tags" Target="../tags/tag68.xml"/><Relationship Id="rId5" Type="http://schemas.openxmlformats.org/officeDocument/2006/relationships/slideLayout" Target="../slideLayouts/slideLayout1.xml"/><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notesSlide" Target="../notesSlides/notesSlide13.xml"/></Relationships>
</file>

<file path=ppt/slides/_rels/slide2.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slideLayout" Target="../slideLayouts/slideLayout4.xml"/><Relationship Id="rId3" Type="http://schemas.openxmlformats.org/officeDocument/2006/relationships/notesSlide" Target="../notesSlides/notesSlide1.xml"/><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tags" Target="../tags/tag70.xml"/><Relationship Id="rId2" Type="http://schemas.openxmlformats.org/officeDocument/2006/relationships/slideLayout" Target="../slideLayouts/slideLayout4.xml"/><Relationship Id="rId3" Type="http://schemas.openxmlformats.org/officeDocument/2006/relationships/notesSlide" Target="../notesSlides/notesSlide2.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tags" Target="../tags/tag71.xml"/><Relationship Id="rId2" Type="http://schemas.openxmlformats.org/officeDocument/2006/relationships/slideLayout" Target="../slideLayouts/slideLayout4.xml"/><Relationship Id="rId3" Type="http://schemas.openxmlformats.org/officeDocument/2006/relationships/notesSlide" Target="../notesSlides/notesSlide3.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tags" Target="../tags/tag72.xml"/><Relationship Id="rId2" Type="http://schemas.openxmlformats.org/officeDocument/2006/relationships/slideLayout" Target="../slideLayouts/slideLayout4.xml"/><Relationship Id="rId3" Type="http://schemas.openxmlformats.org/officeDocument/2006/relationships/notesSlide" Target="../notesSlides/notesSlide4.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tags" Target="../tags/tag73.xml"/><Relationship Id="rId2" Type="http://schemas.openxmlformats.org/officeDocument/2006/relationships/slideLayout" Target="../slideLayouts/slideLayout4.xml"/><Relationship Id="rId3" Type="http://schemas.openxmlformats.org/officeDocument/2006/relationships/notesSlide" Target="../notesSlides/notesSlide5.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tags" Target="../tags/tag74.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75.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tags" Target="../tags/tag76.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tags" Target="../tags/tag77.xml"/><Relationship Id="rId2" Type="http://schemas.openxmlformats.org/officeDocument/2006/relationships/slideLayout" Target="../slideLayouts/slideLayout4.xml"/><Relationship Id="rId3" Type="http://schemas.openxmlformats.org/officeDocument/2006/relationships/notesSlide" Target="../notesSlides/notesSlide9.xml"/><Relationship Id="rId4" Type="http://schemas.openxmlformats.org/officeDocument/2006/relationships/image" Target="../media/image18.jpeg"/></Relationships>
</file>

<file path=ppt/slides/_rels/slide11.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tags" Target="../tags/tag79.xml"/><Relationship Id="rId2" Type="http://schemas.openxmlformats.org/officeDocument/2006/relationships/slideLayout" Target="../slideLayouts/slideLayout4.xml"/><Relationship Id="rId3" Type="http://schemas.openxmlformats.org/officeDocument/2006/relationships/notesSlide" Target="../notesSlides/notesSlide11.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tags" Target="../tags/tag80.xml"/><Relationship Id="rId2" Type="http://schemas.openxmlformats.org/officeDocument/2006/relationships/tags" Target="../tags/tag81.xml"/><Relationship Id="rId3" Type="http://schemas.openxmlformats.org/officeDocument/2006/relationships/tags" Target="../tags/tag82.xml"/><Relationship Id="rId4" Type="http://schemas.openxmlformats.org/officeDocument/2006/relationships/tags" Target="../tags/tag83.xml"/><Relationship Id="rId5" Type="http://schemas.openxmlformats.org/officeDocument/2006/relationships/slideLayout" Target="../slideLayouts/slideLayout2.xml"/><Relationship Id="rId6" Type="http://schemas.openxmlformats.org/officeDocument/2006/relationships/notesSlide" Target="../notesSlides/notesSlide12.xml"/><Relationship Id="rId7"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A9BBE-0422-1E4D-830C-BBB56EAB9AE1}"/>
              </a:ext>
            </a:extLst>
          </p:cNvPr>
          <p:cNvSpPr>
            <a:spLocks noGrp="1" noRot="1" noMove="1" noResize="1" noEditPoints="1" noAdjustHandles="1" noChangeArrowheads="1" noChangeShapeType="1"/>
          </p:cNvSpPr>
          <p:nvPr>
            <p:ph type="title"/>
            <p:custDataLst>
              <p:tags r:id="rId1"/>
            </p:custDataLst>
          </p:nvPr>
        </p:nvSpPr>
        <p:spPr/>
        <p:txBody>
          <a:bodyPr/>
          <a:lstStyle/>
          <a:p>
            <a:r>
              <a:rPr lang="de-DE" dirty="0"/>
              <a:t>SelfHelp</a:t>
            </a:r>
          </a:p>
        </p:txBody>
      </p:sp>
      <p:sp>
        <p:nvSpPr>
          <p:cNvPr id="3" name="Textplatzhalter 2">
            <a:extLst>
              <a:ext uri="{FF2B5EF4-FFF2-40B4-BE49-F238E27FC236}">
                <a16:creationId xmlns:a16="http://schemas.microsoft.com/office/drawing/2014/main" id="{B73EC5A4-A267-4846-B7FF-60F740601534}"/>
              </a:ext>
            </a:extLst>
          </p:cNvPr>
          <p:cNvSpPr>
            <a:spLocks noGrp="1" noRot="1" noMove="1" noResize="1" noEditPoints="1" noAdjustHandles="1" noChangeArrowheads="1" noChangeShapeType="1"/>
          </p:cNvSpPr>
          <p:nvPr>
            <p:ph type="body" idx="10"/>
            <p:custDataLst>
              <p:tags r:id="rId2"/>
            </p:custDataLst>
          </p:nvPr>
        </p:nvSpPr>
        <p:spPr/>
        <p:txBody>
          <a:bodyPr/>
          <a:lstStyle/>
          <a:p>
            <a:r>
              <a:rPr lang="en-US" dirty="0"/>
              <a:t>Stefan Kodzhabashev</a:t>
            </a:r>
            <a:endParaRPr lang="de-CH" dirty="0"/>
          </a:p>
        </p:txBody>
      </p:sp>
      <p:sp>
        <p:nvSpPr>
          <p:cNvPr id="4" name="Textplatzhalter 3">
            <a:extLst>
              <a:ext uri="{FF2B5EF4-FFF2-40B4-BE49-F238E27FC236}">
                <a16:creationId xmlns:a16="http://schemas.microsoft.com/office/drawing/2014/main" id="{1F470157-FFFF-4045-80E8-50799A64FE5D}"/>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 Bern</a:t>
            </a:r>
          </a:p>
        </p:txBody>
      </p:sp>
      <p:sp>
        <p:nvSpPr>
          <p:cNvPr id="5" name="Textplatzhalter 4">
            <a:extLst>
              <a:ext uri="{FF2B5EF4-FFF2-40B4-BE49-F238E27FC236}">
                <a16:creationId xmlns:a16="http://schemas.microsoft.com/office/drawing/2014/main" id="{95FF6CAE-E15F-B948-B695-73EFD8CB4A5E}"/>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b="1" dirty="0"/>
              <a:t>Technology Platform for Research</a:t>
            </a:r>
          </a:p>
        </p:txBody>
      </p:sp>
      <p:pic>
        <p:nvPicPr>
          <p:cNvPr id="11" name="Inhaltsplatzhalter 10">
            <a:extLst>
              <a:ext uri="{FF2B5EF4-FFF2-40B4-BE49-F238E27FC236}">
                <a16:creationId xmlns:a16="http://schemas.microsoft.com/office/drawing/2014/main" id="{801AB5F1-2CB0-014F-A1B3-1F93B4E9EEA9}"/>
              </a:ext>
            </a:extLst>
          </p:cNvPr>
          <p:cNvPicPr>
            <a:picLocks noGrp="1" noChangeAspect="1"/>
          </p:cNvPicPr>
          <p:nvPr>
            <p:ph sz="half" idx="1"/>
          </p:nvPr>
        </p:nvPicPr>
        <p:blipFill>
          <a:blip r:embed="rId6">
            <a:extLst>
              <a:ext uri="{28A0092B-C50C-407E-A947-70E740481C1C}">
                <a14:useLocalDpi xmlns:a14="http://schemas.microsoft.com/office/drawing/2010/main" val="0"/>
              </a:ext>
            </a:extLst>
          </a:blip>
          <a:stretch>
            <a:fillRect/>
          </a:stretch>
        </p:blipFill>
        <p:spPr>
          <a:xfrm>
            <a:off x="0" y="1925100"/>
            <a:ext cx="9159083" cy="3218400"/>
          </a:xfrm>
        </p:spPr>
      </p:pic>
      <p:pic>
        <p:nvPicPr>
          <p:cNvPr id="7" name="Inhaltsplatzhalter 7">
            <a:extLst>
              <a:ext uri="{FF2B5EF4-FFF2-40B4-BE49-F238E27FC236}">
                <a16:creationId xmlns:a16="http://schemas.microsoft.com/office/drawing/2014/main" id="{ECF287E3-741C-004F-A0BA-1A2BA0C0FE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a:prstGeom prst="rect">
            <a:avLst/>
          </a:prstGeom>
          <a:solidFill>
            <a:schemeClr val="bg1">
              <a:lumMod val="85000"/>
            </a:schemeClr>
          </a:solidFill>
        </p:spPr>
      </p:pic>
    </p:spTree>
    <p:extLst>
      <p:ext uri="{BB962C8B-B14F-4D97-AF65-F5344CB8AC3E}">
        <p14:creationId xmlns:p14="http://schemas.microsoft.com/office/powerpoint/2010/main" val="2978995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SelfHelp at the Faculty Meeting</a:t>
            </a:r>
          </a:p>
        </p:txBody>
      </p:sp>
      <p:sp>
        <p:nvSpPr>
          <p:cNvPr id="9" name="TextBox 8"/>
          <p:cNvSpPr txBox="1"/>
          <p:nvPr/>
        </p:nvSpPr>
        <p:spPr>
          <a:xfrm>
            <a:off x="124508" y="2196729"/>
            <a:ext cx="4447492" cy="2862322"/>
          </a:xfrm>
          <a:prstGeom prst="rect">
            <a:avLst/>
          </a:prstGeom>
          <a:noFill/>
        </p:spPr>
        <p:txBody>
          <a:bodyPr wrap="square" rtlCol="0">
            <a:spAutoFit/>
          </a:bodyPr>
          <a:lstStyle/>
          <a:p>
            <a:pPr marL="342900" indent="-342900">
              <a:buFont typeface="Wingdings" panose="05000000000000000000" pitchFamily="2" charset="2"/>
              <a:buChar char="§"/>
              <a:defRPr/>
            </a:pPr>
            <a:r>
              <a:rPr dirty="0"/>
              <a:t>We already presented </a:t>
            </a:r>
            <a:r>
              <a:rPr dirty="0" err="1"/>
              <a:t>SelfHelp</a:t>
            </a:r>
            <a:r>
              <a:rPr dirty="0"/>
              <a:t> here in 2021</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rPr dirty="0"/>
              <a:t>Since then, the platform has evolved significantly</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rPr dirty="0"/>
              <a:t>Today, </a:t>
            </a:r>
            <a:r>
              <a:rPr dirty="0" err="1"/>
              <a:t>SelfHelp</a:t>
            </a:r>
            <a:r>
              <a:rPr dirty="0"/>
              <a:t> is no longer just a website system</a:t>
            </a:r>
          </a:p>
          <a:p>
            <a:pPr marL="342900" indent="-342900">
              <a:buFont typeface="Wingdings" panose="05000000000000000000" pitchFamily="2" charset="2"/>
              <a:buChar char="§"/>
              <a:defRPr/>
            </a:pPr>
            <a:r>
              <a:rPr dirty="0"/>
              <a:t>It is a platform for complete digital programs</a:t>
            </a:r>
          </a:p>
          <a:p>
            <a:pPr marL="342900" indent="-342900">
              <a:buFont typeface="Wingdings" panose="05000000000000000000" pitchFamily="2" charset="2"/>
              <a:buChar char="§"/>
              <a:defRPr/>
            </a:pPr>
            <a:endParaRPr lang="en-US" dirty="0"/>
          </a:p>
        </p:txBody>
      </p:sp>
      <p:pic>
        <p:nvPicPr>
          <p:cNvPr id="3" name="Picture 2">
            <a:extLst>
              <a:ext uri="{FF2B5EF4-FFF2-40B4-BE49-F238E27FC236}">
                <a16:creationId xmlns:a16="http://schemas.microsoft.com/office/drawing/2014/main" id="{7BDF64D2-8A47-C9AD-616E-277F83E136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36744" y="2216588"/>
            <a:ext cx="2173856" cy="217385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623058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SelfHelp Is</a:t>
            </a:r>
          </a:p>
        </p:txBody>
      </p:sp>
      <p:sp>
        <p:nvSpPr>
          <p:cNvPr id="9" name="TextBox 8"/>
          <p:cNvSpPr txBox="1"/>
          <p:nvPr/>
        </p:nvSpPr>
        <p:spPr>
          <a:xfrm>
            <a:off x="128016" y="2194560"/>
            <a:ext cx="5434584" cy="3139321"/>
          </a:xfrm>
          <a:prstGeom prst="rect">
            <a:avLst/>
          </a:prstGeom>
          <a:noFill/>
        </p:spPr>
        <p:txBody>
          <a:bodyPr wrap="square" rtlCol="0">
            <a:spAutoFit/>
          </a:bodyPr>
          <a:lstStyle/>
          <a:p>
            <a:pPr marL="342900" indent="-342900">
              <a:buFont typeface="Wingdings" panose="05000000000000000000" pitchFamily="2" charset="2"/>
              <a:buChar char="§"/>
              <a:defRPr/>
            </a:pPr>
            <a:r>
              <a:t>A modular platform for running digital programs</a:t>
            </a:r>
          </a:p>
          <a:p>
            <a:pPr marL="342900" indent="-342900">
              <a:buFont typeface="Wingdings" panose="05000000000000000000" pitchFamily="2" charset="2"/>
              <a:buChar char="§"/>
              <a:defRPr/>
            </a:pPr>
            <a:r>
              <a:t>Brings content, assessments, workflows, and mobile delivery into one system</a:t>
            </a:r>
          </a:p>
          <a:p>
            <a:pPr marL="342900" indent="-342900">
              <a:buFont typeface="Wingdings" panose="05000000000000000000" pitchFamily="2" charset="2"/>
              <a:buChar char="§"/>
              <a:defRPr/>
            </a:pPr>
            <a:r>
              <a:t>Reusable components make projects faster to build and easier to adapt</a:t>
            </a:r>
          </a:p>
          <a:p>
            <a:pPr marL="342900" indent="-342900">
              <a:buFont typeface="Wingdings" panose="05000000000000000000" pitchFamily="2" charset="2"/>
              <a:buChar char="§"/>
              <a:defRPr/>
            </a:pPr>
            <a:r>
              <a:t>Can be hosted under university control</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dirty="0"/>
          </a:p>
        </p:txBody>
      </p:sp>
      <p:pic>
        <p:nvPicPr>
          <p:cNvPr id="10" name="Picture 9">
            <a:extLst>
              <a:ext uri="{FF2B5EF4-FFF2-40B4-BE49-F238E27FC236}">
                <a16:creationId xmlns:a16="http://schemas.microsoft.com/office/drawing/2014/main" id="{6F578CD9-EBEE-8951-5470-BC1867CB6EB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91200" y="2194560"/>
            <a:ext cx="3255148" cy="1831021"/>
          </a:xfrm>
          <a:prstGeom prst="rect">
            <a:avLst/>
          </a:prstGeom>
        </p:spPr>
      </p:pic>
    </p:spTree>
    <p:extLst>
      <p:ext uri="{BB962C8B-B14F-4D97-AF65-F5344CB8AC3E}">
        <p14:creationId xmlns:p14="http://schemas.microsoft.com/office/powerpoint/2010/main" val="2984236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How SelfHelp Evolved</a:t>
            </a:r>
          </a:p>
        </p:txBody>
      </p:sp>
      <p:sp>
        <p:nvSpPr>
          <p:cNvPr id="13" name="TextBox 12"/>
          <p:cNvSpPr txBox="1"/>
          <p:nvPr/>
        </p:nvSpPr>
        <p:spPr>
          <a:xfrm>
            <a:off x="128016" y="2194560"/>
            <a:ext cx="4977384" cy="3139321"/>
          </a:xfrm>
          <a:prstGeom prst="rect">
            <a:avLst/>
          </a:prstGeom>
          <a:noFill/>
        </p:spPr>
        <p:txBody>
          <a:bodyPr wrap="square" rtlCol="0">
            <a:spAutoFit/>
          </a:bodyPr>
          <a:lstStyle/>
          <a:p>
            <a:pPr marL="342900" indent="-342900">
              <a:buFont typeface="Wingdings" panose="05000000000000000000" pitchFamily="2" charset="2"/>
              <a:buChar char="§"/>
              <a:defRPr/>
            </a:pPr>
            <a:r>
              <a:rPr dirty="0"/>
              <a:t>2021: positioned as a platform for self-help and research websites</a:t>
            </a:r>
          </a:p>
          <a:p>
            <a:pPr marL="342900" indent="-342900">
              <a:buFont typeface="Wingdings" panose="05000000000000000000" pitchFamily="2" charset="2"/>
              <a:buChar char="§"/>
              <a:defRPr/>
            </a:pPr>
            <a:r>
              <a:rPr dirty="0"/>
              <a:t>2023: expanded toward modular pages, scheduling, and mobile integration</a:t>
            </a:r>
          </a:p>
          <a:p>
            <a:pPr marL="342900" indent="-342900">
              <a:buFont typeface="Wingdings" panose="05000000000000000000" pitchFamily="2" charset="2"/>
              <a:buChar char="§"/>
              <a:defRPr/>
            </a:pPr>
            <a:r>
              <a:rPr dirty="0"/>
              <a:t>2024 to 2026: stronger data model, workflows, permissions, 2FA, and background processing</a:t>
            </a:r>
          </a:p>
          <a:p>
            <a:pPr marL="342900" indent="-342900">
              <a:buFont typeface="Wingdings" panose="05000000000000000000" pitchFamily="2" charset="2"/>
              <a:buChar char="§"/>
              <a:defRPr/>
            </a:pPr>
            <a:r>
              <a:rPr dirty="0"/>
              <a:t>The newest step is AI: general LLM support and supervised therapy-style chat</a:t>
            </a:r>
          </a:p>
          <a:p>
            <a:pPr marL="342900" indent="-342900">
              <a:buFont typeface="Wingdings" panose="05000000000000000000" pitchFamily="2" charset="2"/>
              <a:buChar char="§"/>
              <a:defRPr/>
            </a:pPr>
            <a:r>
              <a:rPr dirty="0"/>
              <a:t>The direction is clear: from content publishing toward structured digital program delivery</a:t>
            </a:r>
          </a:p>
          <a:p>
            <a:pPr marL="342900" indent="-342900">
              <a:buFont typeface="Wingdings" panose="05000000000000000000" pitchFamily="2" charset="2"/>
              <a:buChar char="§"/>
              <a:defRPr/>
            </a:pPr>
            <a:endParaRPr lang="en-US" dirty="0"/>
          </a:p>
        </p:txBody>
      </p:sp>
      <p:pic>
        <p:nvPicPr>
          <p:cNvPr id="7" name="Picture 6">
            <a:extLst>
              <a:ext uri="{FF2B5EF4-FFF2-40B4-BE49-F238E27FC236}">
                <a16:creationId xmlns:a16="http://schemas.microsoft.com/office/drawing/2014/main" id="{42CEE092-E939-92FF-20A6-F31DCAA0D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257800" y="2333310"/>
            <a:ext cx="3660468" cy="2129790"/>
          </a:xfrm>
          <a:prstGeom prst="rect">
            <a:avLst/>
          </a:prstGeom>
        </p:spPr>
      </p:pic>
    </p:spTree>
    <p:extLst>
      <p:ext uri="{BB962C8B-B14F-4D97-AF65-F5344CB8AC3E}">
        <p14:creationId xmlns:p14="http://schemas.microsoft.com/office/powerpoint/2010/main" val="2271638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Teams Can Do with It</a:t>
            </a:r>
          </a:p>
        </p:txBody>
      </p:sp>
      <p:sp>
        <p:nvSpPr>
          <p:cNvPr id="13" name="TextBox 12"/>
          <p:cNvSpPr txBox="1"/>
          <p:nvPr/>
        </p:nvSpPr>
        <p:spPr>
          <a:xfrm>
            <a:off x="128016" y="2194560"/>
            <a:ext cx="4520184" cy="3170099"/>
          </a:xfrm>
          <a:prstGeom prst="rect">
            <a:avLst/>
          </a:prstGeom>
          <a:noFill/>
        </p:spPr>
        <p:txBody>
          <a:bodyPr wrap="square" rtlCol="0">
            <a:spAutoFit/>
          </a:bodyPr>
          <a:lstStyle/>
          <a:p>
            <a:pPr marL="342900" indent="-342900">
              <a:buFont typeface="Wingdings" panose="05000000000000000000" pitchFamily="2" charset="2"/>
              <a:buChar char="§"/>
              <a:defRPr/>
            </a:pPr>
            <a:r>
              <a:t>Turn a concept into a guided journey from entry to follow-up</a:t>
            </a:r>
            <a:endParaRPr lang="en-US"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Run repeated assessments and collect richer inputs over time</a:t>
            </a:r>
          </a:p>
          <a:p>
            <a:pPr marL="342900" indent="-342900">
              <a:buFont typeface="Wingdings" panose="05000000000000000000" pitchFamily="2" charset="2"/>
              <a:buChar char="§"/>
              <a:defRPr/>
            </a:pPr>
            <a:r>
              <a:t>Adapt content and timing by role, group, language, or user state</a:t>
            </a:r>
          </a:p>
          <a:p>
            <a:pPr marL="342900" indent="-342900">
              <a:buFont typeface="Wingdings" panose="05000000000000000000" pitchFamily="2" charset="2"/>
              <a:buChar char="§"/>
              <a:defRPr/>
            </a:pPr>
            <a:r>
              <a:t>Automate reminders, tasks, and next steps as the program progresses</a:t>
            </a:r>
          </a:p>
          <a:p>
            <a:pPr marL="342900" indent="-342900">
              <a:buFont typeface="Wingdings" panose="05000000000000000000" pitchFamily="2" charset="2"/>
              <a:buChar char="§"/>
              <a:defRPr/>
            </a:pPr>
            <a:endParaRPr/>
          </a:p>
          <a:p>
            <a:pPr marL="342900" indent="-342900">
              <a:buFont typeface="Wingdings" panose="05000000000000000000" pitchFamily="2" charset="2"/>
              <a:buChar char="§"/>
              <a:defRPr/>
            </a:pPr>
            <a:endParaRPr lang="en-US" sz="2000" dirty="0">
              <a:latin typeface="Arial" panose="020B0604020202020204" pitchFamily="34" charset="0"/>
              <a:cs typeface="Arial" panose="020B0604020202020204" pitchFamily="34" charset="0"/>
            </a:endParaRPr>
          </a:p>
        </p:txBody>
      </p:sp>
      <p:pic>
        <p:nvPicPr>
          <p:cNvPr id="3" name="Picture 2">
            <a:extLst>
              <a:ext uri="{FF2B5EF4-FFF2-40B4-BE49-F238E27FC236}">
                <a16:creationId xmlns:a16="http://schemas.microsoft.com/office/drawing/2014/main" id="{E38D2F78-4D64-C112-4886-1EE10F596F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76800" y="2253300"/>
            <a:ext cx="3928533" cy="2209800"/>
          </a:xfrm>
          <a:prstGeom prst="rect">
            <a:avLst/>
          </a:prstGeom>
        </p:spPr>
      </p:pic>
    </p:spTree>
    <p:extLst>
      <p:ext uri="{BB962C8B-B14F-4D97-AF65-F5344CB8AC3E}">
        <p14:creationId xmlns:p14="http://schemas.microsoft.com/office/powerpoint/2010/main" val="92553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How SelfHelp Expands</a:t>
            </a:r>
          </a:p>
        </p:txBody>
      </p:sp>
      <p:sp>
        <p:nvSpPr>
          <p:cNvPr id="17" name="TextBox 16"/>
          <p:cNvSpPr txBox="1"/>
          <p:nvPr/>
        </p:nvSpPr>
        <p:spPr>
          <a:xfrm>
            <a:off x="128016" y="2194560"/>
            <a:ext cx="5205984" cy="2862322"/>
          </a:xfrm>
          <a:prstGeom prst="rect">
            <a:avLst/>
          </a:prstGeom>
          <a:noFill/>
        </p:spPr>
        <p:txBody>
          <a:bodyPr wrap="square" rtlCol="0">
            <a:spAutoFit/>
          </a:bodyPr>
          <a:lstStyle/>
          <a:p>
            <a:pPr marL="285750" indent="-285750">
              <a:buFont typeface="Arial" panose="020B0604020202020204" pitchFamily="34" charset="0"/>
              <a:buChar char="•"/>
            </a:pPr>
            <a:r>
              <a:t>SelfHelp grows by adding capabilities without breaking the core system</a:t>
            </a:r>
          </a:p>
          <a:p>
            <a:pPr marL="285750" indent="-285750">
              <a:buFont typeface="Arial" panose="020B0604020202020204" pitchFamily="34" charset="0"/>
              <a:buChar char="•"/>
            </a:pPr>
            <a:r>
              <a:t>Core supporting plugins: external auth, Lab.js, R, and custom formulas</a:t>
            </a:r>
          </a:p>
          <a:p>
            <a:pPr marL="285750" indent="-285750">
              <a:buFont typeface="Arial" panose="020B0604020202020204" pitchFamily="34" charset="0"/>
              <a:buChar char="•"/>
            </a:pPr>
            <a:r>
              <a:t>These plugins strengthen real academic and institutional workflows</a:t>
            </a:r>
          </a:p>
          <a:p>
            <a:pPr marL="285750" indent="-285750">
              <a:buFont typeface="Arial" panose="020B0604020202020204" pitchFamily="34" charset="0"/>
              <a:buChar char="•"/>
            </a:pPr>
            <a:r>
              <a:t>Today I want to highlight 3 newer plugins that are especially visible and practical</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DD538A0A-8448-7B6A-59A0-9363C1CE9F3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81600" y="2343150"/>
            <a:ext cx="3572997" cy="2009811"/>
          </a:xfrm>
          <a:prstGeom prst="rect">
            <a:avLst/>
          </a:prstGeom>
        </p:spPr>
      </p:pic>
    </p:spTree>
    <p:extLst>
      <p:ext uri="{BB962C8B-B14F-4D97-AF65-F5344CB8AC3E}">
        <p14:creationId xmlns:p14="http://schemas.microsoft.com/office/powerpoint/2010/main" val="3087222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4189-9502-2A8B-6473-17FA64595D30}"/>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8F58662F-2413-571D-8AB1-A918763BAD58}"/>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1: SurveyJS</a:t>
            </a:r>
          </a:p>
        </p:txBody>
      </p:sp>
      <p:sp>
        <p:nvSpPr>
          <p:cNvPr id="17" name="TextBox 16">
            <a:extLst>
              <a:ext uri="{FF2B5EF4-FFF2-40B4-BE49-F238E27FC236}">
                <a16:creationId xmlns:a16="http://schemas.microsoft.com/office/drawing/2014/main" id="{936BBF49-A54D-8EA8-2956-2D30A836AAF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Versioned survey creation, publishing, and scheduling</a:t>
            </a:r>
          </a:p>
          <a:p>
            <a:pPr marL="285750" indent="-285750">
              <a:buFont typeface="Arial" panose="020B0604020202020204" pitchFamily="34" charset="0"/>
              <a:buChar char="•"/>
            </a:pPr>
            <a:r>
              <a:t>Autosave, edit mode, timing metadata, and dashboards</a:t>
            </a:r>
          </a:p>
          <a:p>
            <a:pPr marL="285750" indent="-285750">
              <a:buFont typeface="Arial" panose="020B0604020202020204" pitchFamily="34" charset="0"/>
              <a:buChar char="•"/>
            </a:pPr>
            <a:r>
              <a:t>File upload, PDF export, and voice-record responses</a:t>
            </a:r>
          </a:p>
          <a:p>
            <a:pPr marL="285750" indent="-285750">
              <a:buFont typeface="Arial" panose="020B0604020202020204" pitchFamily="34" charset="0"/>
              <a:buChar char="•"/>
            </a:pPr>
            <a:r>
              <a:t>Stronger data quality for repeated and longitudinal assessment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405103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E74F6-0BE9-1061-6A35-8997594E606C}"/>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CA40F3B6-08D8-55ED-EE96-755915197F45}"/>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2: LLM</a:t>
            </a:r>
          </a:p>
        </p:txBody>
      </p:sp>
      <p:sp>
        <p:nvSpPr>
          <p:cNvPr id="17" name="TextBox 16">
            <a:extLst>
              <a:ext uri="{FF2B5EF4-FFF2-40B4-BE49-F238E27FC236}">
                <a16:creationId xmlns:a16="http://schemas.microsoft.com/office/drawing/2014/main" id="{6CC74E92-4279-0A8D-FFA1-6F26DD9028E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Controlled AI assistants inside SelfHelp pages</a:t>
            </a:r>
          </a:p>
          <a:p>
            <a:pPr marL="285750" indent="-285750">
              <a:buFont typeface="Arial" panose="020B0604020202020204" pitchFamily="34" charset="0"/>
              <a:buChar char="•"/>
            </a:pPr>
            <a:r>
              <a:t>Text, file, image, and speech-to-text input</a:t>
            </a:r>
          </a:p>
          <a:p>
            <a:pPr marL="285750" indent="-285750">
              <a:buFont typeface="Arial" panose="020B0604020202020204" pitchFamily="34" charset="0"/>
              <a:buChar char="•"/>
            </a:pPr>
            <a:r>
              <a:t>Conversation output or structured JSON output, including OpenAI-style structures</a:t>
            </a:r>
          </a:p>
          <a:p>
            <a:pPr marL="285750" indent="-285750">
              <a:buFont typeface="Arial" panose="020B0604020202020204" pitchFamily="34" charset="0"/>
              <a:buChar char="•"/>
            </a:pPr>
            <a:r>
              <a:t>Prompt Lab for testing, replay, and evaluation before rollout</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716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2830-140F-37EE-DF02-11D35A1CCF8A}"/>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413BD7BA-E8D1-9503-26AF-5151D9BB4B82}"/>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3: LLM Therapy Chat</a:t>
            </a:r>
          </a:p>
        </p:txBody>
      </p:sp>
      <p:sp>
        <p:nvSpPr>
          <p:cNvPr id="17" name="TextBox 16">
            <a:extLst>
              <a:ext uri="{FF2B5EF4-FFF2-40B4-BE49-F238E27FC236}">
                <a16:creationId xmlns:a16="http://schemas.microsoft.com/office/drawing/2014/main" id="{50BC1BE6-030E-6E9F-683B-97A73E779726}"/>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AI-supported or human-only communication in the same framework</a:t>
            </a:r>
          </a:p>
          <a:p>
            <a:pPr marL="285750" indent="-285750">
              <a:buFont typeface="Arial" panose="020B0604020202020204" pitchFamily="34" charset="0"/>
              <a:buChar char="•"/>
            </a:pPr>
            <a:r>
              <a:t>Therapist dashboard with alerts, notes, summaries, and drafts</a:t>
            </a:r>
          </a:p>
          <a:p>
            <a:pPr marL="285750" indent="-285750">
              <a:buFont typeface="Arial" panose="020B0604020202020204" pitchFamily="34" charset="0"/>
              <a:buChar char="•"/>
            </a:pPr>
            <a:r>
              <a:t>Direct escalation from AI to human handling</a:t>
            </a:r>
          </a:p>
          <a:p>
            <a:pPr marL="285750" indent="-285750">
              <a:buFont typeface="Arial" panose="020B0604020202020204" pitchFamily="34" charset="0"/>
              <a:buChar char="•"/>
            </a:pPr>
            <a:r>
              <a:t>Useful for both service delivery and controlled comparison studies</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2224282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CE10-80AA-8403-B72D-329BBA5722C4}"/>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327B2B78-96C4-4CFD-6499-8082FBF255AA}"/>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Mobile App</a:t>
            </a:r>
          </a:p>
        </p:txBody>
      </p:sp>
      <p:sp>
        <p:nvSpPr>
          <p:cNvPr id="17" name="TextBox 16">
            <a:extLst>
              <a:ext uri="{FF2B5EF4-FFF2-40B4-BE49-F238E27FC236}">
                <a16:creationId xmlns:a16="http://schemas.microsoft.com/office/drawing/2014/main" id="{62D4F039-8AC0-331E-BFB4-A541CF007053}"/>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The same program logic can continue on mobile</a:t>
            </a:r>
          </a:p>
          <a:p>
            <a:pPr marL="285750" indent="-285750">
              <a:buFont typeface="Arial" panose="020B0604020202020204" pitchFamily="34" charset="0"/>
              <a:buChar char="•"/>
            </a:pPr>
            <a:r>
              <a:t>Surveys, AI chat, therapy chat, notifications, camera, and microphone are already supported</a:t>
            </a:r>
          </a:p>
          <a:p>
            <a:pPr marL="285750" indent="-285750">
              <a:buFont typeface="Arial" panose="020B0604020202020204" pitchFamily="34" charset="0"/>
              <a:buChar char="•"/>
            </a:pPr>
            <a:r>
              <a:t>This makes repeated real-world interaction much easier</a:t>
            </a:r>
          </a:p>
          <a:p>
            <a:pPr marL="285750" indent="-285750">
              <a:buFont typeface="Arial" panose="020B0604020202020204" pitchFamily="34" charset="0"/>
              <a:buChar char="•"/>
            </a:pPr>
            <a:r>
              <a:t>SelfHelp becomes part of daily use, not only desktop use</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16542B28-8CA6-8C75-46B9-71FBCE4EBDB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4200" y="1900425"/>
            <a:ext cx="1381232" cy="2990489"/>
          </a:xfrm>
          <a:prstGeom prst="rect">
            <a:avLst/>
          </a:prstGeom>
        </p:spPr>
      </p:pic>
    </p:spTree>
    <p:extLst>
      <p:ext uri="{BB962C8B-B14F-4D97-AF65-F5344CB8AC3E}">
        <p14:creationId xmlns:p14="http://schemas.microsoft.com/office/powerpoint/2010/main" val="162071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5B85B-DD30-21A0-35D8-F901F1E4AFC3}"/>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9758AF1D-CAC1-5861-3220-A13905EDD184}"/>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Alternatives</a:t>
            </a:r>
          </a:p>
        </p:txBody>
      </p:sp>
      <p:sp>
        <p:nvSpPr>
          <p:cNvPr id="17" name="TextBox 16">
            <a:extLst>
              <a:ext uri="{FF2B5EF4-FFF2-40B4-BE49-F238E27FC236}">
                <a16:creationId xmlns:a16="http://schemas.microsoft.com/office/drawing/2014/main" id="{895BD967-F312-4EF8-BF47-36FF8A46C957}"/>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LimeSurvey is strong for surveys</a:t>
            </a:r>
          </a:p>
          <a:p>
            <a:pPr marL="285750" indent="-285750">
              <a:buFont typeface="Arial" panose="020B0604020202020204" pitchFamily="34" charset="0"/>
              <a:buChar char="•"/>
            </a:pPr>
            <a:r>
              <a:t>JATOS and formr are strong for online studies</a:t>
            </a:r>
          </a:p>
          <a:p>
            <a:pPr marL="285750" indent="-285750">
              <a:buFont typeface="Arial" panose="020B0604020202020204" pitchFamily="34" charset="0"/>
              <a:buChar char="•"/>
            </a:pPr>
            <a:r>
              <a:t>Moodle is strong for learning delivery</a:t>
            </a:r>
          </a:p>
          <a:p>
            <a:pPr marL="285750" indent="-285750">
              <a:buFont typeface="Arial" panose="020B0604020202020204" pitchFamily="34" charset="0"/>
              <a:buChar char="•"/>
            </a:pPr>
            <a:r>
              <a:t>SelfHelp is strongest when everything needs to stay connected</a:t>
            </a:r>
          </a:p>
          <a:p>
            <a:pPr marL="285750" indent="-285750">
              <a:buFont typeface="Arial" panose="020B0604020202020204" pitchFamily="34" charset="0"/>
              <a:buChar char="•"/>
            </a:pPr>
            <a:endParaRPr/>
          </a:p>
        </p:txBody>
      </p:sp>
    </p:spTree>
    <p:extLst>
      <p:ext uri="{BB962C8B-B14F-4D97-AF65-F5344CB8AC3E}">
        <p14:creationId xmlns:p14="http://schemas.microsoft.com/office/powerpoint/2010/main" val="366561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87B44-B322-67A1-35CF-A440F7E69D8D}"/>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520AB66B-FE6C-D90C-71CF-892D660E7F1B}"/>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Why Use SelfHelp</a:t>
            </a:r>
          </a:p>
        </p:txBody>
      </p:sp>
      <p:sp>
        <p:nvSpPr>
          <p:cNvPr id="17" name="TextBox 16">
            <a:extLst>
              <a:ext uri="{FF2B5EF4-FFF2-40B4-BE49-F238E27FC236}">
                <a16:creationId xmlns:a16="http://schemas.microsoft.com/office/drawing/2014/main" id="{7E4C849F-5878-A234-FCCB-B79B16D1EC25}"/>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One platform for complete digital programs</a:t>
            </a:r>
          </a:p>
          <a:p>
            <a:pPr marL="285750" indent="-285750">
              <a:buFont typeface="Arial" panose="020B0604020202020204" pitchFamily="34" charset="0"/>
              <a:buChar char="•"/>
            </a:pPr>
            <a:r>
              <a:t>One structure across content, data, workflows, mobile, and AI</a:t>
            </a:r>
          </a:p>
          <a:p>
            <a:pPr marL="285750" indent="-285750">
              <a:buFont typeface="Arial" panose="020B0604020202020204" pitchFamily="34" charset="0"/>
              <a:buChar char="•"/>
            </a:pPr>
            <a:r>
              <a:t>Local control plus flexibility for future development</a:t>
            </a:r>
          </a:p>
          <a:p>
            <a:pPr marL="285750" indent="-285750">
              <a:buFont typeface="Arial" panose="020B0604020202020204" pitchFamily="34" charset="0"/>
              <a:buChar char="•"/>
            </a:pPr>
            <a:r>
              <a:t>SelfHelp 2 can make the platform even more structured and easier to extend</a:t>
            </a:r>
          </a:p>
          <a:p>
            <a:pPr marL="285750" indent="-285750">
              <a:buFont typeface="Arial" panose="020B0604020202020204" pitchFamily="34" charset="0"/>
              <a:buChar char="•"/>
            </a:pPr>
            <a:endParaRPr/>
          </a:p>
        </p:txBody>
      </p:sp>
      <p:pic>
        <p:nvPicPr>
          <p:cNvPr id="3" name="Picture 2">
            <a:extLst>
              <a:ext uri="{FF2B5EF4-FFF2-40B4-BE49-F238E27FC236}">
                <a16:creationId xmlns:a16="http://schemas.microsoft.com/office/drawing/2014/main" id="{9A61E383-5915-9DD9-7009-F05FB490B6B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85210" y="2495550"/>
            <a:ext cx="2815724" cy="1583845"/>
          </a:xfrm>
          <a:prstGeom prst="rect">
            <a:avLst/>
          </a:prstGeom>
        </p:spPr>
      </p:pic>
    </p:spTree>
    <p:extLst>
      <p:ext uri="{BB962C8B-B14F-4D97-AF65-F5344CB8AC3E}">
        <p14:creationId xmlns:p14="http://schemas.microsoft.com/office/powerpoint/2010/main" val="1210999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A1A40A-EAB3-9E4B-8D9F-445EABC7084C}"/>
              </a:ext>
            </a:extLst>
          </p:cNvPr>
          <p:cNvSpPr>
            <a:spLocks noGrp="1" noRot="1" noMove="1" noResize="1" noEditPoints="1" noAdjustHandles="1" noChangeArrowheads="1" noChangeShapeType="1"/>
          </p:cNvSpPr>
          <p:nvPr>
            <p:ph type="title"/>
            <p:custDataLst>
              <p:tags r:id="rId1"/>
            </p:custDataLst>
          </p:nvPr>
        </p:nvSpPr>
        <p:spPr/>
        <p:txBody>
          <a:bodyPr/>
          <a:lstStyle/>
          <a:p>
            <a:r>
              <a:rPr lang="de-CH" spc="-15" dirty="0"/>
              <a:t>Thank You</a:t>
            </a:r>
            <a:endParaRPr lang="de-DE" dirty="0"/>
          </a:p>
        </p:txBody>
      </p:sp>
      <p:sp>
        <p:nvSpPr>
          <p:cNvPr id="3" name="Textplatzhalter 2">
            <a:extLst>
              <a:ext uri="{FF2B5EF4-FFF2-40B4-BE49-F238E27FC236}">
                <a16:creationId xmlns:a16="http://schemas.microsoft.com/office/drawing/2014/main" id="{AB71CEC3-1913-174E-8C92-06ABB4F238B3}"/>
              </a:ext>
            </a:extLst>
          </p:cNvPr>
          <p:cNvSpPr>
            <a:spLocks noGrp="1" noRot="1" noMove="1" noResize="1" noEditPoints="1" noAdjustHandles="1" noChangeArrowheads="1" noChangeShapeType="1"/>
          </p:cNvSpPr>
          <p:nvPr>
            <p:ph type="body" idx="10"/>
            <p:custDataLst>
              <p:tags r:id="rId2"/>
            </p:custDataLst>
          </p:nvPr>
        </p:nvSpPr>
        <p:spPr/>
        <p:txBody>
          <a:bodyPr/>
          <a:lstStyle/>
          <a:p>
            <a:r>
              <a:rPr lang="de-CH" dirty="0"/>
              <a:t>Technology Platform for Research</a:t>
            </a:r>
          </a:p>
        </p:txBody>
      </p:sp>
      <p:sp>
        <p:nvSpPr>
          <p:cNvPr id="4" name="Textplatzhalter 3">
            <a:extLst>
              <a:ext uri="{FF2B5EF4-FFF2-40B4-BE49-F238E27FC236}">
                <a16:creationId xmlns:a16="http://schemas.microsoft.com/office/drawing/2014/main" id="{837EA709-162C-FF46-BA84-7460D3BDD2CB}"/>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a:t>
            </a:r>
            <a:r>
              <a:rPr lang="de-CH" dirty="0"/>
              <a:t>, Fabrikstrasse 8</a:t>
            </a:r>
            <a:endParaRPr lang="de-DE" dirty="0"/>
          </a:p>
        </p:txBody>
      </p:sp>
      <p:sp>
        <p:nvSpPr>
          <p:cNvPr id="5" name="Textplatzhalter 4">
            <a:extLst>
              <a:ext uri="{FF2B5EF4-FFF2-40B4-BE49-F238E27FC236}">
                <a16:creationId xmlns:a16="http://schemas.microsoft.com/office/drawing/2014/main" id="{C7FAF644-0AC1-8243-9BA1-9B0B16468C59}"/>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spc="20" dirty="0">
                <a:solidFill>
                  <a:srgbClr val="231F20"/>
                </a:solidFill>
              </a:rPr>
              <a:t>for your Attention</a:t>
            </a:r>
            <a:endParaRPr lang="de-DE" dirty="0"/>
          </a:p>
        </p:txBody>
      </p:sp>
      <p:pic>
        <p:nvPicPr>
          <p:cNvPr id="7" name="Inhaltsplatzhalter 7">
            <a:extLst>
              <a:ext uri="{FF2B5EF4-FFF2-40B4-BE49-F238E27FC236}">
                <a16:creationId xmlns:a16="http://schemas.microsoft.com/office/drawing/2014/main" id="{ECF287E3-741C-004F-A0BA-1A2BA0C0FEBF}"/>
              </a:ext>
            </a:extLst>
          </p:cNvPr>
          <p:cNvPicPr>
            <a:picLocks noGrp="1" noChangeAspect="1"/>
          </p:cNvPicPr>
          <p:nvPr>
            <p:ph sz="half" idx="1"/>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p:spPr>
      </p:pic>
    </p:spTree>
    <p:extLst>
      <p:ext uri="{BB962C8B-B14F-4D97-AF65-F5344CB8AC3E}">
        <p14:creationId xmlns:p14="http://schemas.microsoft.com/office/powerpoint/2010/main" val="404061060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_LOCKS" val="1983"/>
</p:tagLst>
</file>

<file path=ppt/tags/tag2.xml><?xml version="1.0" encoding="utf-8"?>
<p:tagLst xmlns:a="http://schemas.openxmlformats.org/drawingml/2006/main" xmlns:r="http://schemas.openxmlformats.org/officeDocument/2006/relationships" xmlns:p="http://schemas.openxmlformats.org/presentationml/2006/main">
  <p:tag name="SHAPE_LOCKS" val="1935"/>
</p:tagLst>
</file>

<file path=ppt/tags/tag3.xml><?xml version="1.0" encoding="utf-8"?>
<p:tagLst xmlns:a="http://schemas.openxmlformats.org/drawingml/2006/main" xmlns:r="http://schemas.openxmlformats.org/officeDocument/2006/relationships" xmlns:p="http://schemas.openxmlformats.org/presentationml/2006/main">
  <p:tag name="SHAPE_LOCKS" val="1983"/>
</p:tagLst>
</file>

<file path=ppt/tags/tag4.xml><?xml version="1.0" encoding="utf-8"?>
<p:tagLst xmlns:a="http://schemas.openxmlformats.org/drawingml/2006/main" xmlns:r="http://schemas.openxmlformats.org/officeDocument/2006/relationships" xmlns:p="http://schemas.openxmlformats.org/presentationml/2006/main">
  <p:tag name="SHAPE_LOCKS" val="1935"/>
</p:tagLst>
</file>

<file path=ppt/tags/tag5.xml><?xml version="1.0" encoding="utf-8"?>
<p:tagLst xmlns:a="http://schemas.openxmlformats.org/drawingml/2006/main" xmlns:r="http://schemas.openxmlformats.org/officeDocument/2006/relationships" xmlns:p="http://schemas.openxmlformats.org/presentationml/2006/main">
  <p:tag name="SHAPE_LOCKS" val="1983"/>
</p:tagLst>
</file>

<file path=ppt/tags/tag6.xml><?xml version="1.0" encoding="utf-8"?>
<p:tagLst xmlns:a="http://schemas.openxmlformats.org/drawingml/2006/main" xmlns:r="http://schemas.openxmlformats.org/officeDocument/2006/relationships" xmlns:p="http://schemas.openxmlformats.org/presentationml/2006/main">
  <p:tag name="SHAPE_LOCKS" val="1983"/>
</p:tagLst>
</file>

<file path=ppt/tags/tag7.xml><?xml version="1.0" encoding="utf-8"?>
<p:tagLst xmlns:a="http://schemas.openxmlformats.org/drawingml/2006/main" xmlns:r="http://schemas.openxmlformats.org/officeDocument/2006/relationships" xmlns:p="http://schemas.openxmlformats.org/presentationml/2006/main">
  <p:tag name="SHAPE_LOCKS" val="1935"/>
</p:tagLst>
</file>

<file path=ppt/tags/tag8.xml><?xml version="1.0" encoding="utf-8"?>
<p:tagLst xmlns:a="http://schemas.openxmlformats.org/drawingml/2006/main" xmlns:r="http://schemas.openxmlformats.org/officeDocument/2006/relationships" xmlns:p="http://schemas.openxmlformats.org/presentationml/2006/main">
  <p:tag name="SHAPE_LOCKS" val="1983"/>
</p:tagLst>
</file>

<file path=ppt/tags/tag9.xml><?xml version="1.0" encoding="utf-8"?>
<p:tagLst xmlns:a="http://schemas.openxmlformats.org/drawingml/2006/main" xmlns:r="http://schemas.openxmlformats.org/officeDocument/2006/relationships" xmlns:p="http://schemas.openxmlformats.org/presentationml/2006/main">
  <p:tag name="SHAPE_LOCKS" val="1935"/>
</p:tagLst>
</file>

<file path=ppt/tags/tag10.xml><?xml version="1.0" encoding="utf-8"?>
<p:tagLst xmlns:a="http://schemas.openxmlformats.org/drawingml/2006/main" xmlns:r="http://schemas.openxmlformats.org/officeDocument/2006/relationships" xmlns:p="http://schemas.openxmlformats.org/presentationml/2006/main">
  <p:tag name="SHAPE_LOCKS" val="1983"/>
</p:tagLst>
</file>

<file path=ppt/tags/tag11.xml><?xml version="1.0" encoding="utf-8"?>
<p:tagLst xmlns:a="http://schemas.openxmlformats.org/drawingml/2006/main" xmlns:r="http://schemas.openxmlformats.org/officeDocument/2006/relationships" xmlns:p="http://schemas.openxmlformats.org/presentationml/2006/main">
  <p:tag name="SHAPE_LOCKS" val="1983"/>
</p:tagLst>
</file>

<file path=ppt/tags/tag12.xml><?xml version="1.0" encoding="utf-8"?>
<p:tagLst xmlns:a="http://schemas.openxmlformats.org/drawingml/2006/main" xmlns:r="http://schemas.openxmlformats.org/officeDocument/2006/relationships" xmlns:p="http://schemas.openxmlformats.org/presentationml/2006/main">
  <p:tag name="SHAPE_LOCKS" val="1983"/>
</p:tagLst>
</file>

<file path=ppt/tags/tag13.xml><?xml version="1.0" encoding="utf-8"?>
<p:tagLst xmlns:a="http://schemas.openxmlformats.org/drawingml/2006/main" xmlns:r="http://schemas.openxmlformats.org/officeDocument/2006/relationships" xmlns:p="http://schemas.openxmlformats.org/presentationml/2006/main">
  <p:tag name="SHAPE_LOCKS" val="1983"/>
</p:tagLst>
</file>

<file path=ppt/tags/tag14.xml><?xml version="1.0" encoding="utf-8"?>
<p:tagLst xmlns:a="http://schemas.openxmlformats.org/drawingml/2006/main" xmlns:r="http://schemas.openxmlformats.org/officeDocument/2006/relationships" xmlns:p="http://schemas.openxmlformats.org/presentationml/2006/main">
  <p:tag name="SHAPE_LOCKS" val="1983"/>
</p:tagLst>
</file>

<file path=ppt/tags/tag15.xml><?xml version="1.0" encoding="utf-8"?>
<p:tagLst xmlns:a="http://schemas.openxmlformats.org/drawingml/2006/main" xmlns:r="http://schemas.openxmlformats.org/officeDocument/2006/relationships" xmlns:p="http://schemas.openxmlformats.org/presentationml/2006/main">
  <p:tag name="SHAPE_LOCKS" val="1983"/>
</p:tagLst>
</file>

<file path=ppt/tags/tag16.xml><?xml version="1.0" encoding="utf-8"?>
<p:tagLst xmlns:a="http://schemas.openxmlformats.org/drawingml/2006/main" xmlns:r="http://schemas.openxmlformats.org/officeDocument/2006/relationships" xmlns:p="http://schemas.openxmlformats.org/presentationml/2006/main">
  <p:tag name="SHAPE_LOCKS" val="1983"/>
</p:tagLst>
</file>

<file path=ppt/tags/tag17.xml><?xml version="1.0" encoding="utf-8"?>
<p:tagLst xmlns:a="http://schemas.openxmlformats.org/drawingml/2006/main" xmlns:r="http://schemas.openxmlformats.org/officeDocument/2006/relationships" xmlns:p="http://schemas.openxmlformats.org/presentationml/2006/main">
  <p:tag name="SHAPE_LOCKS" val="1983"/>
</p:tagLst>
</file>

<file path=ppt/tags/tag18.xml><?xml version="1.0" encoding="utf-8"?>
<p:tagLst xmlns:a="http://schemas.openxmlformats.org/drawingml/2006/main" xmlns:r="http://schemas.openxmlformats.org/officeDocument/2006/relationships" xmlns:p="http://schemas.openxmlformats.org/presentationml/2006/main">
  <p:tag name="SHAPE_LOCKS" val="1983"/>
</p:tagLst>
</file>

<file path=ppt/tags/tag19.xml><?xml version="1.0" encoding="utf-8"?>
<p:tagLst xmlns:a="http://schemas.openxmlformats.org/drawingml/2006/main" xmlns:r="http://schemas.openxmlformats.org/officeDocument/2006/relationships" xmlns:p="http://schemas.openxmlformats.org/presentationml/2006/main">
  <p:tag name="SHAPE_LOCKS" val="1983"/>
</p:tagLst>
</file>

<file path=ppt/tags/tag20.xml><?xml version="1.0" encoding="utf-8"?>
<p:tagLst xmlns:a="http://schemas.openxmlformats.org/drawingml/2006/main" xmlns:r="http://schemas.openxmlformats.org/officeDocument/2006/relationships" xmlns:p="http://schemas.openxmlformats.org/presentationml/2006/main">
  <p:tag name="SHAPE_LOCKS" val="1983"/>
</p:tagLst>
</file>

<file path=ppt/tags/tag21.xml><?xml version="1.0" encoding="utf-8"?>
<p:tagLst xmlns:a="http://schemas.openxmlformats.org/drawingml/2006/main" xmlns:r="http://schemas.openxmlformats.org/officeDocument/2006/relationships" xmlns:p="http://schemas.openxmlformats.org/presentationml/2006/main">
  <p:tag name="SHAPE_LOCKS" val="1983"/>
</p:tagLst>
</file>

<file path=ppt/tags/tag22.xml><?xml version="1.0" encoding="utf-8"?>
<p:tagLst xmlns:a="http://schemas.openxmlformats.org/drawingml/2006/main" xmlns:r="http://schemas.openxmlformats.org/officeDocument/2006/relationships" xmlns:p="http://schemas.openxmlformats.org/presentationml/2006/main">
  <p:tag name="SHAPE_LOCKS" val="1983"/>
</p:tagLst>
</file>

<file path=ppt/tags/tag23.xml><?xml version="1.0" encoding="utf-8"?>
<p:tagLst xmlns:a="http://schemas.openxmlformats.org/drawingml/2006/main" xmlns:r="http://schemas.openxmlformats.org/officeDocument/2006/relationships" xmlns:p="http://schemas.openxmlformats.org/presentationml/2006/main">
  <p:tag name="SHAPE_LOCKS" val="1983"/>
</p:tagLst>
</file>

<file path=ppt/tags/tag24.xml><?xml version="1.0" encoding="utf-8"?>
<p:tagLst xmlns:a="http://schemas.openxmlformats.org/drawingml/2006/main" xmlns:r="http://schemas.openxmlformats.org/officeDocument/2006/relationships" xmlns:p="http://schemas.openxmlformats.org/presentationml/2006/main">
  <p:tag name="SHAPE_LOCKS" val="1983"/>
</p:tagLst>
</file>

<file path=ppt/tags/tag25.xml><?xml version="1.0" encoding="utf-8"?>
<p:tagLst xmlns:a="http://schemas.openxmlformats.org/drawingml/2006/main" xmlns:r="http://schemas.openxmlformats.org/officeDocument/2006/relationships" xmlns:p="http://schemas.openxmlformats.org/presentationml/2006/main">
  <p:tag name="SHAPE_LOCKS" val="1983"/>
</p:tagLst>
</file>

<file path=ppt/tags/tag26.xml><?xml version="1.0" encoding="utf-8"?>
<p:tagLst xmlns:a="http://schemas.openxmlformats.org/drawingml/2006/main" xmlns:r="http://schemas.openxmlformats.org/officeDocument/2006/relationships" xmlns:p="http://schemas.openxmlformats.org/presentationml/2006/main">
  <p:tag name="ROLE" val="title"/>
</p:tagLst>
</file>

<file path=ppt/tags/tag2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28.xml><?xml version="1.0" encoding="utf-8"?>
<p:tagLst xmlns:a="http://schemas.openxmlformats.org/drawingml/2006/main" xmlns:r="http://schemas.openxmlformats.org/officeDocument/2006/relationships" xmlns:p="http://schemas.openxmlformats.org/presentationml/2006/main">
  <p:tag name="ROLE" val="title"/>
</p:tagLst>
</file>

<file path=ppt/tags/tag29.xml><?xml version="1.0" encoding="utf-8"?>
<p:tagLst xmlns:a="http://schemas.openxmlformats.org/drawingml/2006/main" xmlns:r="http://schemas.openxmlformats.org/officeDocument/2006/relationships" xmlns:p="http://schemas.openxmlformats.org/presentationml/2006/main">
  <p:tag name="ROLE" val="footer"/>
</p:tagLst>
</file>

<file path=ppt/tags/tag30.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1.xml><?xml version="1.0" encoding="utf-8"?>
<p:tagLst xmlns:a="http://schemas.openxmlformats.org/drawingml/2006/main" xmlns:r="http://schemas.openxmlformats.org/officeDocument/2006/relationships" xmlns:p="http://schemas.openxmlformats.org/presentationml/2006/main">
  <p:tag name="ROLE" val="title"/>
</p:tagLst>
</file>

<file path=ppt/tags/tag32.xml><?xml version="1.0" encoding="utf-8"?>
<p:tagLst xmlns:a="http://schemas.openxmlformats.org/drawingml/2006/main" xmlns:r="http://schemas.openxmlformats.org/officeDocument/2006/relationships" xmlns:p="http://schemas.openxmlformats.org/presentationml/2006/main">
  <p:tag name="ROLE" val="subtitle1"/>
</p:tagLst>
</file>

<file path=ppt/tags/tag33.xml><?xml version="1.0" encoding="utf-8"?>
<p:tagLst xmlns:a="http://schemas.openxmlformats.org/drawingml/2006/main" xmlns:r="http://schemas.openxmlformats.org/officeDocument/2006/relationships" xmlns:p="http://schemas.openxmlformats.org/presentationml/2006/main">
  <p:tag name="ROLE" val="footer"/>
</p:tagLst>
</file>

<file path=ppt/tags/tag34.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5.xml><?xml version="1.0" encoding="utf-8"?>
<p:tagLst xmlns:a="http://schemas.openxmlformats.org/drawingml/2006/main" xmlns:r="http://schemas.openxmlformats.org/officeDocument/2006/relationships" xmlns:p="http://schemas.openxmlformats.org/presentationml/2006/main">
  <p:tag name="ROLE" val="footer"/>
</p:tagLst>
</file>

<file path=ppt/tags/tag36.xml><?xml version="1.0" encoding="utf-8"?>
<p:tagLst xmlns:a="http://schemas.openxmlformats.org/drawingml/2006/main" xmlns:r="http://schemas.openxmlformats.org/officeDocument/2006/relationships" xmlns:p="http://schemas.openxmlformats.org/presentationml/2006/main">
  <p:tag name="ROLE" val="title"/>
</p:tagLst>
</file>

<file path=ppt/tags/tag37.xml><?xml version="1.0" encoding="utf-8"?>
<p:tagLst xmlns:a="http://schemas.openxmlformats.org/drawingml/2006/main" xmlns:r="http://schemas.openxmlformats.org/officeDocument/2006/relationships" xmlns:p="http://schemas.openxmlformats.org/presentationml/2006/main">
  <p:tag name="ROLE" val="subtitle1"/>
</p:tagLst>
</file>

<file path=ppt/tags/tag38.xml><?xml version="1.0" encoding="utf-8"?>
<p:tagLst xmlns:a="http://schemas.openxmlformats.org/drawingml/2006/main" xmlns:r="http://schemas.openxmlformats.org/officeDocument/2006/relationships" xmlns:p="http://schemas.openxmlformats.org/presentationml/2006/main">
  <p:tag name="ROLE" val="title"/>
</p:tagLst>
</file>

<file path=ppt/tags/tag39.xml><?xml version="1.0" encoding="utf-8"?>
<p:tagLst xmlns:a="http://schemas.openxmlformats.org/drawingml/2006/main" xmlns:r="http://schemas.openxmlformats.org/officeDocument/2006/relationships" xmlns:p="http://schemas.openxmlformats.org/presentationml/2006/main">
  <p:tag name="ROLE" val="subtitle1"/>
</p:tagLst>
</file>

<file path=ppt/tags/tag40.xml><?xml version="1.0" encoding="utf-8"?>
<p:tagLst xmlns:a="http://schemas.openxmlformats.org/drawingml/2006/main" xmlns:r="http://schemas.openxmlformats.org/officeDocument/2006/relationships" xmlns:p="http://schemas.openxmlformats.org/presentationml/2006/main">
  <p:tag name="ROLE" val="footer"/>
</p:tagLst>
</file>

<file path=ppt/tags/tag4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42.xml><?xml version="1.0" encoding="utf-8"?>
<p:tagLst xmlns:a="http://schemas.openxmlformats.org/drawingml/2006/main" xmlns:r="http://schemas.openxmlformats.org/officeDocument/2006/relationships" xmlns:p="http://schemas.openxmlformats.org/presentationml/2006/main">
  <p:tag name="ROLE" val="subtitle2"/>
</p:tagLst>
</file>

<file path=ppt/tags/tag43.xml><?xml version="1.0" encoding="utf-8"?>
<p:tagLst xmlns:a="http://schemas.openxmlformats.org/drawingml/2006/main" xmlns:r="http://schemas.openxmlformats.org/officeDocument/2006/relationships" xmlns:p="http://schemas.openxmlformats.org/presentationml/2006/main">
  <p:tag name="ROLE" val="textplaceholder2"/>
</p:tagLst>
</file>

<file path=ppt/tags/tag44.xml><?xml version="1.0" encoding="utf-8"?>
<p:tagLst xmlns:a="http://schemas.openxmlformats.org/drawingml/2006/main" xmlns:r="http://schemas.openxmlformats.org/officeDocument/2006/relationships" xmlns:p="http://schemas.openxmlformats.org/presentationml/2006/main">
  <p:tag name="ROLE" val="subtitle3"/>
</p:tagLst>
</file>

<file path=ppt/tags/tag45.xml><?xml version="1.0" encoding="utf-8"?>
<p:tagLst xmlns:a="http://schemas.openxmlformats.org/drawingml/2006/main" xmlns:r="http://schemas.openxmlformats.org/officeDocument/2006/relationships" xmlns:p="http://schemas.openxmlformats.org/presentationml/2006/main">
  <p:tag name="ROLE" val="textplaceholder3"/>
</p:tagLst>
</file>

<file path=ppt/tags/tag46.xml><?xml version="1.0" encoding="utf-8"?>
<p:tagLst xmlns:a="http://schemas.openxmlformats.org/drawingml/2006/main" xmlns:r="http://schemas.openxmlformats.org/officeDocument/2006/relationships" xmlns:p="http://schemas.openxmlformats.org/presentationml/2006/main">
  <p:tag name="ROLE" val="subtitle4"/>
</p:tagLst>
</file>

<file path=ppt/tags/tag47.xml><?xml version="1.0" encoding="utf-8"?>
<p:tagLst xmlns:a="http://schemas.openxmlformats.org/drawingml/2006/main" xmlns:r="http://schemas.openxmlformats.org/officeDocument/2006/relationships" xmlns:p="http://schemas.openxmlformats.org/presentationml/2006/main">
  <p:tag name="ROLE" val="textplaceholder4"/>
</p:tagLst>
</file>

<file path=ppt/tags/tag48.xml><?xml version="1.0" encoding="utf-8"?>
<p:tagLst xmlns:a="http://schemas.openxmlformats.org/drawingml/2006/main" xmlns:r="http://schemas.openxmlformats.org/officeDocument/2006/relationships" xmlns:p="http://schemas.openxmlformats.org/presentationml/2006/main">
  <p:tag name="ROLE" val="subtitle5"/>
</p:tagLst>
</file>

<file path=ppt/tags/tag49.xml><?xml version="1.0" encoding="utf-8"?>
<p:tagLst xmlns:a="http://schemas.openxmlformats.org/drawingml/2006/main" xmlns:r="http://schemas.openxmlformats.org/officeDocument/2006/relationships" xmlns:p="http://schemas.openxmlformats.org/presentationml/2006/main">
  <p:tag name="ROLE" val="textplaceholder5"/>
</p:tagLst>
</file>

<file path=ppt/tags/tag50.xml><?xml version="1.0" encoding="utf-8"?>
<p:tagLst xmlns:a="http://schemas.openxmlformats.org/drawingml/2006/main" xmlns:r="http://schemas.openxmlformats.org/officeDocument/2006/relationships" xmlns:p="http://schemas.openxmlformats.org/presentationml/2006/main">
  <p:tag name="ROLE" val="title"/>
</p:tagLst>
</file>

<file path=ppt/tags/tag51.xml><?xml version="1.0" encoding="utf-8"?>
<p:tagLst xmlns:a="http://schemas.openxmlformats.org/drawingml/2006/main" xmlns:r="http://schemas.openxmlformats.org/officeDocument/2006/relationships" xmlns:p="http://schemas.openxmlformats.org/presentationml/2006/main">
  <p:tag name="ROLE" val="subtitle1"/>
</p:tagLst>
</file>

<file path=ppt/tags/tag52.xml><?xml version="1.0" encoding="utf-8"?>
<p:tagLst xmlns:a="http://schemas.openxmlformats.org/drawingml/2006/main" xmlns:r="http://schemas.openxmlformats.org/officeDocument/2006/relationships" xmlns:p="http://schemas.openxmlformats.org/presentationml/2006/main">
  <p:tag name="ROLE" val="footer"/>
</p:tagLst>
</file>

<file path=ppt/tags/tag53.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4.xml><?xml version="1.0" encoding="utf-8"?>
<p:tagLst xmlns:a="http://schemas.openxmlformats.org/drawingml/2006/main" xmlns:r="http://schemas.openxmlformats.org/officeDocument/2006/relationships" xmlns:p="http://schemas.openxmlformats.org/presentationml/2006/main">
  <p:tag name="ROLE" val="title"/>
</p:tagLst>
</file>

<file path=ppt/tags/tag55.xml><?xml version="1.0" encoding="utf-8"?>
<p:tagLst xmlns:a="http://schemas.openxmlformats.org/drawingml/2006/main" xmlns:r="http://schemas.openxmlformats.org/officeDocument/2006/relationships" xmlns:p="http://schemas.openxmlformats.org/presentationml/2006/main">
  <p:tag name="ROLE" val="subtitle1"/>
</p:tagLst>
</file>

<file path=ppt/tags/tag56.xml><?xml version="1.0" encoding="utf-8"?>
<p:tagLst xmlns:a="http://schemas.openxmlformats.org/drawingml/2006/main" xmlns:r="http://schemas.openxmlformats.org/officeDocument/2006/relationships" xmlns:p="http://schemas.openxmlformats.org/presentationml/2006/main">
  <p:tag name="ROLE" val="footer"/>
</p:tagLst>
</file>

<file path=ppt/tags/tag5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8.xml><?xml version="1.0" encoding="utf-8"?>
<p:tagLst xmlns:a="http://schemas.openxmlformats.org/drawingml/2006/main" xmlns:r="http://schemas.openxmlformats.org/officeDocument/2006/relationships" xmlns:p="http://schemas.openxmlformats.org/presentationml/2006/main">
  <p:tag name="ROLE" val="title"/>
</p:tagLst>
</file>

<file path=ppt/tags/tag59.xml><?xml version="1.0" encoding="utf-8"?>
<p:tagLst xmlns:a="http://schemas.openxmlformats.org/drawingml/2006/main" xmlns:r="http://schemas.openxmlformats.org/officeDocument/2006/relationships" xmlns:p="http://schemas.openxmlformats.org/presentationml/2006/main">
  <p:tag name="ROLE" val="subtitle1"/>
</p:tagLst>
</file>

<file path=ppt/tags/tag60.xml><?xml version="1.0" encoding="utf-8"?>
<p:tagLst xmlns:a="http://schemas.openxmlformats.org/drawingml/2006/main" xmlns:r="http://schemas.openxmlformats.org/officeDocument/2006/relationships" xmlns:p="http://schemas.openxmlformats.org/presentationml/2006/main">
  <p:tag name="ROLE" val="footer"/>
</p:tagLst>
</file>

<file path=ppt/tags/tag6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62.xml><?xml version="1.0" encoding="utf-8"?>
<p:tagLst xmlns:a="http://schemas.openxmlformats.org/drawingml/2006/main" xmlns:r="http://schemas.openxmlformats.org/officeDocument/2006/relationships" xmlns:p="http://schemas.openxmlformats.org/presentationml/2006/main">
  <p:tag name="ROLE" val="title"/>
</p:tagLst>
</file>

<file path=ppt/tags/tag63.xml><?xml version="1.0" encoding="utf-8"?>
<p:tagLst xmlns:a="http://schemas.openxmlformats.org/drawingml/2006/main" xmlns:r="http://schemas.openxmlformats.org/officeDocument/2006/relationships" xmlns:p="http://schemas.openxmlformats.org/presentationml/2006/main">
  <p:tag name="ROLE" val="subtitle1"/>
</p:tagLst>
</file>

<file path=ppt/tags/tag64.xml><?xml version="1.0" encoding="utf-8"?>
<p:tagLst xmlns:a="http://schemas.openxmlformats.org/drawingml/2006/main" xmlns:r="http://schemas.openxmlformats.org/officeDocument/2006/relationships" xmlns:p="http://schemas.openxmlformats.org/presentationml/2006/main">
  <p:tag name="ROLE" val="footer"/>
</p:tagLst>
</file>

<file path=ppt/tags/tag65.xml><?xml version="1.0" encoding="utf-8"?>
<p:tagLst xmlns:a="http://schemas.openxmlformats.org/drawingml/2006/main" xmlns:r="http://schemas.openxmlformats.org/officeDocument/2006/relationships" xmlns:p="http://schemas.openxmlformats.org/presentationml/2006/main">
  <p:tag name="SHAPE_LOCKS" val="1935"/>
</p:tagLst>
</file>

<file path=ppt/tags/tag66.xml><?xml version="1.0" encoding="utf-8"?>
<p:tagLst xmlns:a="http://schemas.openxmlformats.org/drawingml/2006/main" xmlns:r="http://schemas.openxmlformats.org/officeDocument/2006/relationships" xmlns:p="http://schemas.openxmlformats.org/presentationml/2006/main">
  <p:tag name="SHAPE_LOCKS" val="1935"/>
</p:tagLst>
</file>

<file path=ppt/tags/tag67.xml><?xml version="1.0" encoding="utf-8"?>
<p:tagLst xmlns:a="http://schemas.openxmlformats.org/drawingml/2006/main" xmlns:r="http://schemas.openxmlformats.org/officeDocument/2006/relationships" xmlns:p="http://schemas.openxmlformats.org/presentationml/2006/main">
  <p:tag name="SHAPE_LOCKS" val="1935"/>
</p:tagLst>
</file>

<file path=ppt/tags/tag68.xml><?xml version="1.0" encoding="utf-8"?>
<p:tagLst xmlns:a="http://schemas.openxmlformats.org/drawingml/2006/main" xmlns:r="http://schemas.openxmlformats.org/officeDocument/2006/relationships" xmlns:p="http://schemas.openxmlformats.org/presentationml/2006/main">
  <p:tag name="SHAPE_LOCKS" val="1935"/>
</p:tagLst>
</file>

<file path=ppt/tags/tag69.xml><?xml version="1.0" encoding="utf-8"?>
<p:tagLst xmlns:a="http://schemas.openxmlformats.org/drawingml/2006/main" xmlns:r="http://schemas.openxmlformats.org/officeDocument/2006/relationships" xmlns:p="http://schemas.openxmlformats.org/presentationml/2006/main">
  <p:tag name="SHAPE_LOCKS" val="1935"/>
</p:tagLst>
</file>

<file path=ppt/tags/tag70.xml><?xml version="1.0" encoding="utf-8"?>
<p:tagLst xmlns:a="http://schemas.openxmlformats.org/drawingml/2006/main" xmlns:r="http://schemas.openxmlformats.org/officeDocument/2006/relationships" xmlns:p="http://schemas.openxmlformats.org/presentationml/2006/main">
  <p:tag name="SHAPE_LOCKS" val="1935"/>
</p:tagLst>
</file>

<file path=ppt/tags/tag71.xml><?xml version="1.0" encoding="utf-8"?>
<p:tagLst xmlns:a="http://schemas.openxmlformats.org/drawingml/2006/main" xmlns:r="http://schemas.openxmlformats.org/officeDocument/2006/relationships" xmlns:p="http://schemas.openxmlformats.org/presentationml/2006/main">
  <p:tag name="SHAPE_LOCKS" val="1935"/>
</p:tagLst>
</file>

<file path=ppt/tags/tag72.xml><?xml version="1.0" encoding="utf-8"?>
<p:tagLst xmlns:a="http://schemas.openxmlformats.org/drawingml/2006/main" xmlns:r="http://schemas.openxmlformats.org/officeDocument/2006/relationships" xmlns:p="http://schemas.openxmlformats.org/presentationml/2006/main">
  <p:tag name="SHAPE_LOCKS" val="1935"/>
</p:tagLst>
</file>

<file path=ppt/tags/tag73.xml><?xml version="1.0" encoding="utf-8"?>
<p:tagLst xmlns:a="http://schemas.openxmlformats.org/drawingml/2006/main" xmlns:r="http://schemas.openxmlformats.org/officeDocument/2006/relationships" xmlns:p="http://schemas.openxmlformats.org/presentationml/2006/main">
  <p:tag name="SHAPE_LOCKS" val="1935"/>
</p:tagLst>
</file>

<file path=ppt/tags/tag74.xml><?xml version="1.0" encoding="utf-8"?>
<p:tagLst xmlns:a="http://schemas.openxmlformats.org/drawingml/2006/main" xmlns:r="http://schemas.openxmlformats.org/officeDocument/2006/relationships" xmlns:p="http://schemas.openxmlformats.org/presentationml/2006/main">
  <p:tag name="SHAPE_LOCKS" val="1935"/>
</p:tagLst>
</file>

<file path=ppt/tags/tag75.xml><?xml version="1.0" encoding="utf-8"?>
<p:tagLst xmlns:a="http://schemas.openxmlformats.org/drawingml/2006/main" xmlns:r="http://schemas.openxmlformats.org/officeDocument/2006/relationships" xmlns:p="http://schemas.openxmlformats.org/presentationml/2006/main">
  <p:tag name="SHAPE_LOCKS" val="1935"/>
</p:tagLst>
</file>

<file path=ppt/tags/tag76.xml><?xml version="1.0" encoding="utf-8"?>
<p:tagLst xmlns:a="http://schemas.openxmlformats.org/drawingml/2006/main" xmlns:r="http://schemas.openxmlformats.org/officeDocument/2006/relationships" xmlns:p="http://schemas.openxmlformats.org/presentationml/2006/main">
  <p:tag name="SHAPE_LOCKS" val="1935"/>
</p:tagLst>
</file>

<file path=ppt/tags/tag77.xml><?xml version="1.0" encoding="utf-8"?>
<p:tagLst xmlns:a="http://schemas.openxmlformats.org/drawingml/2006/main" xmlns:r="http://schemas.openxmlformats.org/officeDocument/2006/relationships" xmlns:p="http://schemas.openxmlformats.org/presentationml/2006/main">
  <p:tag name="SHAPE_LOCKS" val="1935"/>
</p:tagLst>
</file>

<file path=ppt/tags/tag78.xml><?xml version="1.0" encoding="utf-8"?>
<p:tagLst xmlns:a="http://schemas.openxmlformats.org/drawingml/2006/main" xmlns:r="http://schemas.openxmlformats.org/officeDocument/2006/relationships" xmlns:p="http://schemas.openxmlformats.org/presentationml/2006/main">
  <p:tag name="SHAPE_LOCKS" val="1935"/>
</p:tagLst>
</file>

<file path=ppt/tags/tag79.xml><?xml version="1.0" encoding="utf-8"?>
<p:tagLst xmlns:a="http://schemas.openxmlformats.org/drawingml/2006/main" xmlns:r="http://schemas.openxmlformats.org/officeDocument/2006/relationships" xmlns:p="http://schemas.openxmlformats.org/presentationml/2006/main">
  <p:tag name="SHAPE_LOCKS" val="1935"/>
</p:tagLst>
</file>

<file path=ppt/tags/tag80.xml><?xml version="1.0" encoding="utf-8"?>
<p:tagLst xmlns:a="http://schemas.openxmlformats.org/drawingml/2006/main" xmlns:r="http://schemas.openxmlformats.org/officeDocument/2006/relationships" xmlns:p="http://schemas.openxmlformats.org/presentationml/2006/main">
  <p:tag name="SHAPE_LOCKS" val="1935"/>
</p:tagLst>
</file>

<file path=ppt/tags/tag81.xml><?xml version="1.0" encoding="utf-8"?>
<p:tagLst xmlns:a="http://schemas.openxmlformats.org/drawingml/2006/main" xmlns:r="http://schemas.openxmlformats.org/officeDocument/2006/relationships" xmlns:p="http://schemas.openxmlformats.org/presentationml/2006/main">
  <p:tag name="SHAPE_LOCKS" val="1935"/>
</p:tagLst>
</file>

<file path=ppt/tags/tag82.xml><?xml version="1.0" encoding="utf-8"?>
<p:tagLst xmlns:a="http://schemas.openxmlformats.org/drawingml/2006/main" xmlns:r="http://schemas.openxmlformats.org/officeDocument/2006/relationships" xmlns:p="http://schemas.openxmlformats.org/presentationml/2006/main">
  <p:tag name="SHAPE_LOCKS" val="1935"/>
</p:tagLst>
</file>

<file path=ppt/tags/tag83.xml><?xml version="1.0" encoding="utf-8"?>
<p:tagLst xmlns:a="http://schemas.openxmlformats.org/drawingml/2006/main" xmlns:r="http://schemas.openxmlformats.org/officeDocument/2006/relationships" xmlns:p="http://schemas.openxmlformats.org/presentationml/2006/main">
  <p:tag name="SHAPE_LOCKS" val="1935"/>
</p:tagLst>
</file>

<file path=ppt/theme/theme1.xml><?xml version="1.0" encoding="utf-8"?>
<a:theme xmlns:a="http://schemas.openxmlformats.org/drawingml/2006/main" name="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A2DA766-CE65-48BC-8511-249081462825}"/>
    </a:ext>
  </a:extLst>
</a:theme>
</file>

<file path=ppt/theme/theme2.xml><?xml version="1.0" encoding="utf-8"?>
<a:theme xmlns:a="http://schemas.openxmlformats.org/drawingml/2006/main" na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D2C55FCA-6C9D-4FD9-BCCB-6B11EC7624E0}"/>
    </a:ext>
  </a:extLst>
</a:theme>
</file>

<file path=ppt/theme/theme3.xml><?xml version="1.0" encoding="utf-8"?>
<a:theme xmlns:a="http://schemas.openxmlformats.org/drawingml/2006/main" name="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1CF6E08-6A90-4A05-8CF6-C1D6B907E9E4}"/>
    </a:ext>
  </a:extLst>
</a:theme>
</file>

<file path=ppt/theme/theme4.xml><?xml version="1.0" encoding="utf-8"?>
<a:theme xmlns:a="http://schemas.openxmlformats.org/drawingml/2006/main" name="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3585EBC0-9BD4-4B94-BA7E-D99659FFC551}"/>
    </a:ext>
  </a:extLst>
</a:theme>
</file>

<file path=ppt/theme/theme5.xml><?xml version="1.0" encoding="utf-8"?>
<a:theme xmlns:a="http://schemas.openxmlformats.org/drawingml/2006/main" name="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4EC11675-298F-428E-A9BF-A31917A61436}"/>
    </a:ext>
  </a:extLst>
</a:theme>
</file>

<file path=ppt/theme/theme6.xml><?xml version="1.0" encoding="utf-8"?>
<a:theme xmlns:a="http://schemas.openxmlformats.org/drawingml/2006/main" name="Guidlin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537F7234-F006-46B7-8EDD-53C1CCB107B6}"/>
    </a:ext>
  </a:extLst>
</a:theme>
</file>

<file path=ppt/theme/theme7.xml><?xml version="1.0" encoding="utf-8"?>
<a:theme xmlns:a="http://schemas.openxmlformats.org/drawingml/2006/main" name="Cambridge">
  <a:themeElements>
    <a:clrScheme name="Simple-blue">
      <a:dk1>
        <a:srgbClr val="313131"/>
      </a:dk1>
      <a:lt1>
        <a:srgbClr val="FFFFFF"/>
      </a:lt1>
      <a:dk2>
        <a:srgbClr val="313131"/>
      </a:dk2>
      <a:lt2>
        <a:srgbClr val="FFFFFF"/>
      </a:lt2>
      <a:accent1>
        <a:srgbClr val="425B7A"/>
      </a:accent1>
      <a:accent2>
        <a:srgbClr val="54749A"/>
      </a:accent2>
      <a:accent3>
        <a:srgbClr val="7CACC4"/>
      </a:accent3>
      <a:accent4>
        <a:srgbClr val="C7D9E5"/>
      </a:accent4>
      <a:accent5>
        <a:srgbClr val="DAE6EE"/>
      </a:accent5>
      <a:accent6>
        <a:srgbClr val="EFF4F7"/>
      </a:accent6>
      <a:hlink>
        <a:srgbClr val="BFBFBF"/>
      </a:hlink>
      <a:folHlink>
        <a:srgbClr val="7E7E7E"/>
      </a:folHlink>
    </a:clrScheme>
    <a:fontScheme name="Simple">
      <a:majorFont>
        <a:latin typeface="Arial"/>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9AD26C8-86C7-4605-B53C-C85C9C72205A}">
  <we:reference id="wa200005566" version="3.0.0.5" store="en-US" storeType="OMEX"/>
  <we:alternateReferences>
    <we:reference id="WA200005566" version="3.0.0.5" store="WA200005566" storeType="OMEX"/>
  </we:alternateReferences>
  <we:properties>
    <we:property name="theme" value="{&quot;name&quot;:&quot;Blue&quot;,&quot;color&quot;:&quot;#425B7A&quot;,&quot;colorPalette&quot;:[&quot;313131&quot;,&quot;FFFFFF&quot;,&quot;313131&quot;,&quot;FFFFFF&quot;,&quot;425B7A&quot;,&quot;54749A&quot;,&quot;7CACC4&quot;,&quot;C7D9E5&quot;,&quot;DAE6EE&quot;,&quot;EFF4F7&quot;,&quot;BFBFBF&quot;,&quot;7E7E7E&quot;],&quot;previewImages&quot;:[&quot;https://cpp.appsdowonders.com/assets/SlideTitle-cambridge.webp&quot;,&quot;https://cpp.appsdowonders.com/assets/SlideAgenda-cambridge.webp&quot;,&quot;https://cpp.appsdowonders.com/assets/SlideTextbox1V1-cambridge.webp&quot;,&quot;https://cpp.appsdowonders.com/assets/SlideTextbox3V1-cambridge.webp&quot;,&quot;https://cpp.appsdowonders.com/assets/SlideTable-cambridge.webp&quot;,&quot;https://cpp.appsdowonders.com/assets/SlideTimelineV1-cambridge.webp&quot;],&quot;isDefault&quot;:true,&quot;previewAnimation&quot;:&quot;https://cpp.appsdowonders.com/assets/cambridge-preview.gif&quot;,&quot;index&quot;:0,&quot;template&quot;:&quot;Cambridg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UniBe_Vorlage_PP_unirot_02112018</Template>
  <TotalTime>367</TotalTime>
  <Words>1816</Words>
  <Application>Microsoft Office PowerPoint</Application>
  <PresentationFormat>On-screen Show (16:9)</PresentationFormat>
  <Paragraphs>153</Paragraphs>
  <Slides>13</Slides>
  <Notes>12</Notes>
  <HiddenSlides>0</HiddenSlides>
  <MMClips>0</MMClips>
  <ScaleCrop>false</ScaleCrop>
  <HeadingPairs>
    <vt:vector size="6" baseType="variant">
      <vt:variant>
        <vt:lpstr>Fonts Used</vt:lpstr>
      </vt:variant>
      <vt:variant>
        <vt:i4>3</vt:i4>
      </vt:variant>
      <vt:variant>
        <vt:lpstr>Theme</vt:lpstr>
      </vt:variant>
      <vt:variant>
        <vt:i4>7</vt:i4>
      </vt:variant>
      <vt:variant>
        <vt:lpstr>Slide Titles</vt:lpstr>
      </vt:variant>
      <vt:variant>
        <vt:i4>13</vt:i4>
      </vt:variant>
    </vt:vector>
  </HeadingPairs>
  <TitlesOfParts>
    <vt:vector size="23" baseType="lpstr">
      <vt:lpstr>Arial</vt:lpstr>
      <vt:lpstr>Calibri</vt:lpstr>
      <vt:lpstr>Wingdings</vt:lpstr>
      <vt:lpstr>1</vt:lpstr>
      <vt:lpstr>2</vt:lpstr>
      <vt:lpstr>3</vt:lpstr>
      <vt:lpstr>4</vt:lpstr>
      <vt:lpstr>5</vt:lpstr>
      <vt:lpstr>Guidlines</vt:lpstr>
      <vt:lpstr>Cambridge</vt:lpstr>
      <vt:lpstr>SelfHelp</vt:lpstr>
      <vt:lpstr>SelfHelp at the Faculty Meeting</vt:lpstr>
      <vt:lpstr>What SelfHelp Is</vt:lpstr>
      <vt:lpstr>How SelfHelp Evolved</vt:lpstr>
      <vt:lpstr>What Teams Can Do with It</vt:lpstr>
      <vt:lpstr>How SelfHelp Expands</vt:lpstr>
      <vt:lpstr>Featured Plugin 1: SurveyJS</vt:lpstr>
      <vt:lpstr>Featured Plugin 2: LLM</vt:lpstr>
      <vt:lpstr>Featured Plugin 3: LLM Therapy Chat</vt:lpstr>
      <vt:lpstr>Mobile App</vt:lpstr>
      <vt:lpstr>Alternatives</vt:lpstr>
      <vt:lpstr>Why Use SelfHelp</vt:lpstr>
      <vt:lpstr>Thank You</vt:lpstr>
    </vt:vector>
  </TitlesOfParts>
  <Company>Universität Bern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Kodzhabashev, Stefan Tiholov (HUMDEK)</dc:creator>
  <cp:lastModifiedBy>Kodzhabashev, Stefan Tiholov (HUMDEK)</cp:lastModifiedBy>
  <cp:revision>69</cp:revision>
  <cp:lastPrinted>2018-05-01T08:16:01Z</cp:lastPrinted>
  <dcterms:created xsi:type="dcterms:W3CDTF">2021-10-11T07:36:03Z</dcterms:created>
  <dcterms:modified xsi:type="dcterms:W3CDTF">2026-03-24T14:17:56Z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2016-05-19T00:00:00Z</vt:filetime>
  </property>
  <property fmtid="{D5CDD505-2E9C-101B-9397-08002B2CF9AE}" pid="3" name="Creator">
    <vt:lpwstr>Adobe InDesign CC 2015 (Macintosh)</vt:lpwstr>
  </property>
  <property fmtid="{D5CDD505-2E9C-101B-9397-08002B2CF9AE}" pid="4" name="LastSaved">
    <vt:filetime>2016-05-19T00:00:00Z</vt:filetime>
  </property>
</Properties>
</file>