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0.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7" r:id="rId1"/>
    <p:sldMasterId id="2147483748" r:id="rId2"/>
    <p:sldMasterId id="2147483755" r:id="rId3"/>
    <p:sldMasterId id="2147483682" r:id="rId4"/>
    <p:sldMasterId id="2147483769" r:id="rId5"/>
    <p:sldMasterId id="2147483692" r:id="rId6"/>
    <p:sldMasterId id="2147483660" r:id="rId7"/>
  </p:sldMasterIdLst>
  <p:notesMasterIdLst>
    <p:notesMasterId r:id="rId23"/>
  </p:notesMasterIdLst>
  <p:handoutMasterIdLst>
    <p:handoutMasterId r:id="rId24"/>
  </p:handoutMasterIdLst>
  <p:sldIdLst>
    <p:sldId id="290" r:id="rId8"/>
    <p:sldId id="296" r:id="rId9"/>
    <p:sldId id="305" r:id="rId10"/>
    <p:sldId id="306" r:id="rId11"/>
    <p:sldId id="307" r:id="rId12"/>
    <p:sldId id="308" r:id="rId13"/>
    <p:sldId id="311" r:id="rId14"/>
    <p:sldId id="312" r:id="rId15"/>
    <p:sldId id="313" r:id="rId16"/>
    <p:sldId id="314" r:id="rId17"/>
    <p:sldId id="315" r:id="rId18"/>
    <p:sldId id="316" r:id="rId19"/>
    <p:sldId id="300" r:id="rId22"/>
  </p:sldIdLst>
  <p:sldSz cx="9144000" cy="5143500" type="screen16x9"/>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002E"/>
    <a:srgbClr val="E6002F"/>
    <a:srgbClr val="000000"/>
    <a:srgbClr val="EE1F3C"/>
    <a:srgbClr val="7F7F7F"/>
    <a:srgbClr val="DB3943"/>
    <a:srgbClr val="EF1D3B"/>
    <a:srgbClr val="DB3842"/>
    <a:srgbClr val="414042"/>
    <a:srgbClr val="81C6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14" autoAdjust="0"/>
    <p:restoredTop sz="70190" autoAdjust="0"/>
  </p:normalViewPr>
  <p:slideViewPr>
    <p:cSldViewPr>
      <p:cViewPr varScale="1">
        <p:scale>
          <a:sx n="60" d="100"/>
          <a:sy n="60" d="100"/>
        </p:scale>
        <p:origin x="2196" y="1026"/>
      </p:cViewPr>
      <p:guideLst/>
    </p:cSldViewPr>
  </p:slideViewPr>
  <p:outlineViewPr>
    <p:cViewPr>
      <p:scale>
        <a:sx n="33" d="100"/>
        <a:sy n="33" d="100"/>
      </p:scale>
      <p:origin x="0" y="0"/>
    </p:cViewPr>
  </p:outlineViewPr>
  <p:notesTextViewPr>
    <p:cViewPr>
      <p:scale>
        <a:sx n="110" d="100"/>
        <a:sy n="11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73A2117-7156-464B-A32B-D11C422FB451}"/>
              </a:ext>
            </a:extLst>
          </p:cNvPr>
          <p:cNvSpPr>
            <a:spLocks noGrp="1"/>
          </p:cNvSpPr>
          <p:nvPr>
            <p:ph type="hdr" sz="quarter"/>
          </p:nvPr>
        </p:nvSpPr>
        <p:spPr>
          <a:xfrm>
            <a:off x="0" y="0"/>
            <a:ext cx="2971800" cy="459317"/>
          </a:xfrm>
          <a:prstGeom prst="rect">
            <a:avLst/>
          </a:prstGeom>
        </p:spPr>
        <p:txBody>
          <a:bodyPr vert="horz" lIns="91440" tIns="45720" rIns="91440" bIns="45720" rtlCol="0"/>
          <a:lstStyle>
            <a:lvl1pPr algn="l">
              <a:defRPr sz="1200"/>
            </a:lvl1pPr>
          </a:lstStyle>
          <a:p>
            <a:endParaRPr lang="de-DE"/>
          </a:p>
        </p:txBody>
      </p:sp>
      <p:sp>
        <p:nvSpPr>
          <p:cNvPr id="3" name="Datumsplatzhalter 2">
            <a:extLst>
              <a:ext uri="{FF2B5EF4-FFF2-40B4-BE49-F238E27FC236}">
                <a16:creationId xmlns:a16="http://schemas.microsoft.com/office/drawing/2014/main" id="{4B84AC69-FC3C-E14B-9D9D-00936CAFF64F}"/>
              </a:ext>
            </a:extLst>
          </p:cNvPr>
          <p:cNvSpPr>
            <a:spLocks noGrp="1"/>
          </p:cNvSpPr>
          <p:nvPr>
            <p:ph type="dt" sz="quarter" idx="1"/>
          </p:nvPr>
        </p:nvSpPr>
        <p:spPr>
          <a:xfrm>
            <a:off x="3885010" y="0"/>
            <a:ext cx="2971800" cy="459317"/>
          </a:xfrm>
          <a:prstGeom prst="rect">
            <a:avLst/>
          </a:prstGeom>
        </p:spPr>
        <p:txBody>
          <a:bodyPr vert="horz" lIns="91440" tIns="45720" rIns="91440" bIns="45720" rtlCol="0"/>
          <a:lstStyle>
            <a:lvl1pPr algn="r">
              <a:defRPr sz="1200"/>
            </a:lvl1pPr>
          </a:lstStyle>
          <a:p>
            <a:fld id="{A70AE70C-D509-4E4B-9352-79C3D11520D1}" type="datetimeFigureOut">
              <a:rPr lang="de-DE" smtClean="0"/>
              <a:t>23.03.2026</a:t>
            </a:fld>
            <a:endParaRPr lang="de-DE"/>
          </a:p>
        </p:txBody>
      </p:sp>
      <p:sp>
        <p:nvSpPr>
          <p:cNvPr id="4" name="Fußzeilenplatzhalter 3">
            <a:extLst>
              <a:ext uri="{FF2B5EF4-FFF2-40B4-BE49-F238E27FC236}">
                <a16:creationId xmlns:a16="http://schemas.microsoft.com/office/drawing/2014/main" id="{9FFC5A2D-F8EA-2A48-B4F9-46DA29E7F731}"/>
              </a:ext>
            </a:extLst>
          </p:cNvPr>
          <p:cNvSpPr>
            <a:spLocks noGrp="1"/>
          </p:cNvSpPr>
          <p:nvPr>
            <p:ph type="ftr" sz="quarter" idx="2"/>
          </p:nvPr>
        </p:nvSpPr>
        <p:spPr>
          <a:xfrm>
            <a:off x="0" y="8684685"/>
            <a:ext cx="2971800" cy="459316"/>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8A313281-26CF-9F44-9054-48901392330E}"/>
              </a:ext>
            </a:extLst>
          </p:cNvPr>
          <p:cNvSpPr>
            <a:spLocks noGrp="1"/>
          </p:cNvSpPr>
          <p:nvPr>
            <p:ph type="sldNum" sz="quarter" idx="3"/>
          </p:nvPr>
        </p:nvSpPr>
        <p:spPr>
          <a:xfrm>
            <a:off x="3885010" y="8684685"/>
            <a:ext cx="2971800" cy="459316"/>
          </a:xfrm>
          <a:prstGeom prst="rect">
            <a:avLst/>
          </a:prstGeom>
        </p:spPr>
        <p:txBody>
          <a:bodyPr vert="horz" lIns="91440" tIns="45720" rIns="91440" bIns="45720" rtlCol="0" anchor="b"/>
          <a:lstStyle>
            <a:lvl1pPr algn="r">
              <a:defRPr sz="1200"/>
            </a:lvl1pPr>
          </a:lstStyle>
          <a:p>
            <a:fld id="{78E837A5-4E29-AD49-B1D8-E1C9E0E444DD}" type="slidenum">
              <a:rPr lang="de-DE" smtClean="0"/>
              <a:t>‹#›</a:t>
            </a:fld>
            <a:endParaRPr lang="de-DE"/>
          </a:p>
        </p:txBody>
      </p:sp>
    </p:spTree>
    <p:extLst>
      <p:ext uri="{BB962C8B-B14F-4D97-AF65-F5344CB8AC3E}">
        <p14:creationId xmlns:p14="http://schemas.microsoft.com/office/powerpoint/2010/main" val="1710811900"/>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CH" dirty="0"/>
          </a:p>
        </p:txBody>
      </p:sp>
      <p:sp>
        <p:nvSpPr>
          <p:cNvPr id="3" name="Datumsplatzhalter 2"/>
          <p:cNvSpPr>
            <a:spLocks noGrp="1"/>
          </p:cNvSpPr>
          <p:nvPr>
            <p:ph type="dt" idx="1"/>
          </p:nvPr>
        </p:nvSpPr>
        <p:spPr>
          <a:xfrm>
            <a:off x="3885010" y="0"/>
            <a:ext cx="2971800" cy="457200"/>
          </a:xfrm>
          <a:prstGeom prst="rect">
            <a:avLst/>
          </a:prstGeom>
        </p:spPr>
        <p:txBody>
          <a:bodyPr vert="horz" lIns="91440" tIns="45720" rIns="91440" bIns="45720" rtlCol="0"/>
          <a:lstStyle>
            <a:lvl1pPr algn="r">
              <a:defRPr sz="1200"/>
            </a:lvl1pPr>
          </a:lstStyle>
          <a:p>
            <a:fld id="{B77602DA-7CEE-4298-AF4B-1C87D65BAB06}" type="datetimeFigureOut">
              <a:rPr lang="de-CH" smtClean="0"/>
              <a:t>23.03.2026</a:t>
            </a:fld>
            <a:endParaRPr lang="de-CH" dirty="0"/>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CH" dirty="0"/>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4684"/>
            <a:ext cx="2971800" cy="457200"/>
          </a:xfrm>
          <a:prstGeom prst="rect">
            <a:avLst/>
          </a:prstGeom>
        </p:spPr>
        <p:txBody>
          <a:bodyPr vert="horz" lIns="91440" tIns="45720" rIns="91440" bIns="45720" rtlCol="0" anchor="b"/>
          <a:lstStyle>
            <a:lvl1pPr algn="l">
              <a:defRPr sz="1200"/>
            </a:lvl1pPr>
          </a:lstStyle>
          <a:p>
            <a:endParaRPr lang="de-CH" dirty="0"/>
          </a:p>
        </p:txBody>
      </p:sp>
      <p:sp>
        <p:nvSpPr>
          <p:cNvPr id="7" name="Foliennummernplatzhalter 6"/>
          <p:cNvSpPr>
            <a:spLocks noGrp="1"/>
          </p:cNvSpPr>
          <p:nvPr>
            <p:ph type="sldNum" sz="quarter" idx="5"/>
          </p:nvPr>
        </p:nvSpPr>
        <p:spPr>
          <a:xfrm>
            <a:off x="3885010" y="8684684"/>
            <a:ext cx="2971800" cy="457200"/>
          </a:xfrm>
          <a:prstGeom prst="rect">
            <a:avLst/>
          </a:prstGeom>
        </p:spPr>
        <p:txBody>
          <a:bodyPr vert="horz" lIns="91440" tIns="45720" rIns="91440" bIns="45720" rtlCol="0" anchor="b"/>
          <a:lstStyle>
            <a:lvl1pPr algn="r">
              <a:defRPr sz="1200"/>
            </a:lvl1pPr>
          </a:lstStyle>
          <a:p>
            <a:fld id="{B2B24C57-7758-4EF8-8A0E-FE171C8C1817}" type="slidenum">
              <a:rPr lang="de-CH" smtClean="0"/>
              <a:t>‹#›</a:t>
            </a:fld>
            <a:endParaRPr lang="de-CH" dirty="0"/>
          </a:p>
        </p:txBody>
      </p:sp>
    </p:spTree>
    <p:extLst>
      <p:ext uri="{BB962C8B-B14F-4D97-AF65-F5344CB8AC3E}">
        <p14:creationId xmlns:p14="http://schemas.microsoft.com/office/powerpoint/2010/main" val="1455434690"/>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Some of you may remember that we already presented SelfHelp here in 2021. Today I want to reconnect to that earlier presentation and show what has changed since then.</a:t>
            </a:r>
          </a:p>
          <a:p/>
          <a:p>
            <a:r>
              <a:t>The main message is simple: SelfHelp is no longer just a website system. It has grown into a platform for complete digital programs.</a:t>
            </a:r>
          </a:p>
          <a:p/>
          <a:p>
            <a:r>
              <a:t>What I want to show today is how that happened. Instead of separate tools for pages, surveys, reminders, and mobile use, we can now think in terms of one connected program.</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2</a:t>
            </a:fld>
            <a:endParaRPr lang="de-CH" dirty="0"/>
          </a:p>
        </p:txBody>
      </p:sp>
    </p:spTree>
    <p:extLst>
      <p:ext uri="{BB962C8B-B14F-4D97-AF65-F5344CB8AC3E}">
        <p14:creationId xmlns:p14="http://schemas.microsoft.com/office/powerpoint/2010/main" val="41008547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I had to explain SelfHelp in one sentence, I would call it a platform for running digital programs.</a:t>
            </a:r>
          </a:p>
          <a:p/>
          <a:p>
            <a:r>
              <a:t>The important point is that it brings together pieces that are often separated. Content, assessments, workflows, and mobile delivery can all live in the same system instead of being spread across different tools.</a:t>
            </a:r>
          </a:p>
          <a:p/>
          <a:p>
            <a:r>
              <a:t>Because it is built from reusable components, new projects do not have to start from zero every time. And because it can be hosted under university control, it fits settings where governance and data protection matter.</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3</a:t>
            </a:fld>
            <a:endParaRPr lang="de-CH" dirty="0"/>
          </a:p>
        </p:txBody>
      </p:sp>
    </p:spTree>
    <p:extLst>
      <p:ext uri="{BB962C8B-B14F-4D97-AF65-F5344CB8AC3E}">
        <p14:creationId xmlns:p14="http://schemas.microsoft.com/office/powerpoint/2010/main" val="24964283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easiest way to see the change is to look at what the platform was mainly used for at each stage.</a:t>
            </a:r>
          </a:p>
          <a:p/>
          <a:p>
            <a:r>
              <a:t>In 2021, SelfHelp was mainly presented as a platform for self-help and research-oriented websites. By 2023, it had become more modular and more practical to run, with better page structure, stronger scheduling, and better mobile integration.</a:t>
            </a:r>
          </a:p>
          <a:p/>
          <a:p>
            <a:r>
              <a:t>From 2024 to 2026, a lot of the progress happened in the foundation. The data model became stronger, workflows became more systematic, permissions became clearer, two-factor authentication was added, and background processing became more reliable.</a:t>
            </a:r>
          </a:p>
          <a:p/>
          <a:p>
            <a:r>
              <a:t>And once that stronger base was in place, AI features could be added on top of it. So the overall direction is quite clear. The platform started with publishing content, and it is now moving toward running structured digital programs.</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4</a:t>
            </a:fld>
            <a:endParaRPr lang="de-CH" dirty="0"/>
          </a:p>
        </p:txBody>
      </p:sp>
    </p:spTree>
    <p:extLst>
      <p:ext uri="{BB962C8B-B14F-4D97-AF65-F5344CB8AC3E}">
        <p14:creationId xmlns:p14="http://schemas.microsoft.com/office/powerpoint/2010/main" val="8137724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this means in practice is that a team can take an idea and turn it into a full user journey.</a:t>
            </a:r>
          </a:p>
          <a:p/>
          <a:p>
            <a:r>
              <a:t>With the platform, a team can create a complete digital program: onboarding, content, structured assessments, reminders, and follow-up. That can all happen in one environment instead of being split across disconnected tools.</a:t>
            </a:r>
          </a:p>
          <a:p/>
          <a:p>
            <a:r>
              <a:t>A person can enter a program, receive the right content, complete assessments over time, and be guided to the next step automatically. The system can also adapt what people see based on language, group, role, or what has already happened before.</a:t>
            </a:r>
          </a:p>
          <a:p/>
          <a:p>
            <a:r>
              <a:t>It can collect richer input such as files or voice, which makes it more flexible than a simple form-based workflow. So the real value is not only that SelfHelp can publish content. It can run a process over time.</a:t>
            </a:r>
          </a:p>
        </p:txBody>
      </p:sp>
      <p:sp>
        <p:nvSpPr>
          <p:cNvPr id="4" name="Footer Placeholder 3"/>
          <p:cNvSpPr>
            <a:spLocks noGrp="1"/>
          </p:cNvSpPr>
          <p:nvPr>
            <p:ph type="ftr" sz="quarter" idx="10"/>
          </p:nvPr>
        </p:nvSpPr>
        <p:spPr/>
        <p:txBody>
          <a:bodyPr/>
          <a:lstStyle/>
          <a:p>
            <a:endParaRPr lang="de-CH" dirty="0"/>
          </a:p>
        </p:txBody>
      </p:sp>
      <p:sp>
        <p:nvSpPr>
          <p:cNvPr id="5" name="Slide Number Placeholder 4"/>
          <p:cNvSpPr>
            <a:spLocks noGrp="1"/>
          </p:cNvSpPr>
          <p:nvPr>
            <p:ph type="sldNum" sz="quarter" idx="11"/>
          </p:nvPr>
        </p:nvSpPr>
        <p:spPr/>
        <p:txBody>
          <a:bodyPr/>
          <a:lstStyle/>
          <a:p>
            <a:fld id="{B2B24C57-7758-4EF8-8A0E-FE171C8C1817}" type="slidenum">
              <a:rPr lang="de-CH" smtClean="0"/>
              <a:t>5</a:t>
            </a:fld>
            <a:endParaRPr lang="de-CH" dirty="0"/>
          </a:p>
        </p:txBody>
      </p:sp>
    </p:spTree>
    <p:extLst>
      <p:ext uri="{BB962C8B-B14F-4D97-AF65-F5344CB8AC3E}">
        <p14:creationId xmlns:p14="http://schemas.microsoft.com/office/powerpoint/2010/main" val="29245961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reason SelfHelp has been able to grow is that it expands through plugins.</a:t>
            </a:r>
          </a:p>
          <a:p/>
          <a:p>
            <a:r>
              <a:t>That means the platform can add capabilities without rebuilding the core system every time. Some plugins work mainly in the background, but they are important for the whole platform.</a:t>
            </a:r>
          </a:p>
          <a:p/>
          <a:p>
            <a:r>
              <a:t>External authentication helps when the platform needs to fit university or institutional access models. Lab.js makes it possible to include browser-based experiments and structured tasks in the same environment. R integration opens the door to more advanced analysis and computation. And custom formulas let us calculate scores and derived values directly inside the platform.</a:t>
            </a:r>
          </a:p>
          <a:p/>
          <a:p>
            <a:r>
              <a:t>On top of that foundation, there are newer plugins that are more visible from the user side. Those are the three I want to highlight next because they show clearly where the platform is going.</a:t>
            </a:r>
          </a:p>
        </p:txBody>
      </p:sp>
      <p:sp>
        <p:nvSpPr>
          <p:cNvPr id="4" name="Footer Placeholder 3"/>
          <p:cNvSpPr>
            <a:spLocks noGrp="1"/>
          </p:cNvSpPr>
          <p:nvPr>
            <p:ph type="ftr" sz="quarter" idx="4"/>
          </p:nvPr>
        </p:nvSpPr>
        <p:spPr/>
        <p:txBody>
          <a:bodyPr/>
          <a:lstStyle/>
          <a:p>
            <a:endParaRPr lang="de-CH" dirty="0"/>
          </a:p>
        </p:txBody>
      </p:sp>
      <p:sp>
        <p:nvSpPr>
          <p:cNvPr id="5" name="Slide Number Placeholder 4"/>
          <p:cNvSpPr>
            <a:spLocks noGrp="1"/>
          </p:cNvSpPr>
          <p:nvPr>
            <p:ph type="sldNum" sz="quarter" idx="5"/>
          </p:nvPr>
        </p:nvSpPr>
        <p:spPr/>
        <p:txBody>
          <a:bodyPr/>
          <a:lstStyle/>
          <a:p>
            <a:fld id="{B2B24C57-7758-4EF8-8A0E-FE171C8C1817}" type="slidenum">
              <a:rPr lang="de-CH" smtClean="0"/>
              <a:t>6</a:t>
            </a:fld>
            <a:endParaRPr lang="de-CH" dirty="0"/>
          </a:p>
        </p:txBody>
      </p:sp>
    </p:spTree>
    <p:extLst>
      <p:ext uri="{BB962C8B-B14F-4D97-AF65-F5344CB8AC3E}">
        <p14:creationId xmlns:p14="http://schemas.microsoft.com/office/powerpoint/2010/main" val="646632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7CBA1-831A-CFDE-04AC-289572E075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CF9118-83F4-93DC-9A3B-2F9B5333FC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C88435-5FE5-822C-0FD5-EDDA51AF7FA2}"/>
              </a:ext>
            </a:extLst>
          </p:cNvPr>
          <p:cNvSpPr>
            <a:spLocks noGrp="1"/>
          </p:cNvSpPr>
          <p:nvPr>
            <p:ph type="body" idx="1"/>
          </p:nvPr>
        </p:nvSpPr>
        <p:spPr/>
        <p:txBody>
          <a:bodyPr/>
          <a:lstStyle/>
          <a:p>
            <a:r>
              <a:t>SurveyJS is a good example of how SelfHelp has moved beyond simple forms.</a:t>
            </a:r>
          </a:p>
          <a:p/>
          <a:p>
            <a:r>
              <a:t>The important point is not just that we can create surveys. We can manage them properly inside the platform. They can be versioned, scheduled, edited later, and connected to dashboards.</a:t>
            </a:r>
          </a:p>
          <a:p/>
          <a:p>
            <a:r>
              <a:t>That improves data quality and makes repeated or longitudinal assessment easier to handle. It also gives more flexibility, because responses can include file uploads and voice recordings as well.</a:t>
            </a:r>
          </a:p>
          <a:p/>
          <a:p>
            <a:r>
              <a:t>So SurveyJS turns SelfHelp into a much more serious environment for structured data collection over time.</a:t>
            </a:r>
          </a:p>
        </p:txBody>
      </p:sp>
      <p:sp>
        <p:nvSpPr>
          <p:cNvPr id="4" name="Footer Placeholder 3">
            <a:extLst>
              <a:ext uri="{FF2B5EF4-FFF2-40B4-BE49-F238E27FC236}">
                <a16:creationId xmlns:a16="http://schemas.microsoft.com/office/drawing/2014/main" id="{C70A3980-4F96-680C-AB91-1DAD1C07773C}"/>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BE7BE6C5-363F-C146-4BBD-10E1C58BA282}"/>
              </a:ext>
            </a:extLst>
          </p:cNvPr>
          <p:cNvSpPr>
            <a:spLocks noGrp="1"/>
          </p:cNvSpPr>
          <p:nvPr>
            <p:ph type="sldNum" sz="quarter" idx="5"/>
          </p:nvPr>
        </p:nvSpPr>
        <p:spPr/>
        <p:txBody>
          <a:bodyPr/>
          <a:lstStyle/>
          <a:p>
            <a:fld id="{B2B24C57-7758-4EF8-8A0E-FE171C8C1817}" type="slidenum">
              <a:rPr lang="de-CH" smtClean="0"/>
              <a:t>7</a:t>
            </a:fld>
            <a:endParaRPr lang="de-CH" dirty="0"/>
          </a:p>
        </p:txBody>
      </p:sp>
    </p:spTree>
    <p:extLst>
      <p:ext uri="{BB962C8B-B14F-4D97-AF65-F5344CB8AC3E}">
        <p14:creationId xmlns:p14="http://schemas.microsoft.com/office/powerpoint/2010/main" val="18438943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3C98D-832D-24EF-F439-94AE50ABF0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399972-DC92-1E79-013B-C6FBE5978C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9443FE-D302-E791-982C-914EB22C0EEB}"/>
              </a:ext>
            </a:extLst>
          </p:cNvPr>
          <p:cNvSpPr>
            <a:spLocks noGrp="1"/>
          </p:cNvSpPr>
          <p:nvPr>
            <p:ph type="body" idx="1"/>
          </p:nvPr>
        </p:nvSpPr>
        <p:spPr/>
        <p:txBody>
          <a:bodyPr/>
          <a:lstStyle/>
          <a:p>
            <a:r>
              <a:t>This is not a chatbot. It is a controlled, testable AI component.</a:t>
            </a:r>
          </a:p>
          <a:p/>
          <a:p>
            <a:r>
              <a:t>The LLM plugin allows us to place a purpose-built assistant inside any page, with a defined context and a clearly bounded role. That already makes it different from a general chat tool.</a:t>
            </a:r>
          </a:p>
          <a:p/>
          <a:p>
            <a:r>
              <a:t>An important part of that control is prompt management. Prompts can be developed, versioned, tested, replayed, and compared before they are used in a real program. That is especially valuable in an academic setting, because AI behavior does not just have to work once. It has to be reviewable and improvable over time.</a:t>
            </a:r>
          </a:p>
          <a:p/>
          <a:p>
            <a:r>
              <a:t>The plugin can also work with uploaded material, image-capable models, and voice input, and it can return either conversational answers or structured outputs that the rest of the platform can use.</a:t>
            </a:r>
          </a:p>
          <a:p/>
          <a:p>
            <a:r>
              <a:t>That structured side is important as well. The plugin can work with structured JSON responses in the style people now know from OpenAI-based workflows, which makes it much easier to connect AI output back into the platform in a controlled way.</a:t>
            </a:r>
          </a:p>
          <a:p/>
          <a:p>
            <a:r>
              <a:t>It is also important that, at the moment, we are using the university's local LLM infrastructure. That means the interaction stays inside the university environment, which is a strong point when data protection and institutional control matter.</a:t>
            </a:r>
          </a:p>
        </p:txBody>
      </p:sp>
      <p:sp>
        <p:nvSpPr>
          <p:cNvPr id="4" name="Footer Placeholder 3">
            <a:extLst>
              <a:ext uri="{FF2B5EF4-FFF2-40B4-BE49-F238E27FC236}">
                <a16:creationId xmlns:a16="http://schemas.microsoft.com/office/drawing/2014/main" id="{4B0D54A2-C99D-0259-553D-67D9BD8FC377}"/>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2B7CAFEF-2430-8E76-3B97-DF23FF4EBF0B}"/>
              </a:ext>
            </a:extLst>
          </p:cNvPr>
          <p:cNvSpPr>
            <a:spLocks noGrp="1"/>
          </p:cNvSpPr>
          <p:nvPr>
            <p:ph type="sldNum" sz="quarter" idx="5"/>
          </p:nvPr>
        </p:nvSpPr>
        <p:spPr/>
        <p:txBody>
          <a:bodyPr/>
          <a:lstStyle/>
          <a:p>
            <a:fld id="{B2B24C57-7758-4EF8-8A0E-FE171C8C1817}" type="slidenum">
              <a:rPr lang="de-CH" smtClean="0"/>
              <a:t>8</a:t>
            </a:fld>
            <a:endParaRPr lang="de-CH" dirty="0"/>
          </a:p>
        </p:txBody>
      </p:sp>
    </p:spTree>
    <p:extLst>
      <p:ext uri="{BB962C8B-B14F-4D97-AF65-F5344CB8AC3E}">
        <p14:creationId xmlns:p14="http://schemas.microsoft.com/office/powerpoint/2010/main" val="18825336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4BDAA-FF18-F086-060A-365FE14AB6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43F5D5-0117-CAE1-D7A9-A1035F315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FDA8EB-9C5D-D052-4D80-D6B286FA67B0}"/>
              </a:ext>
            </a:extLst>
          </p:cNvPr>
          <p:cNvSpPr>
            <a:spLocks noGrp="1"/>
          </p:cNvSpPr>
          <p:nvPr>
            <p:ph type="body" idx="1"/>
          </p:nvPr>
        </p:nvSpPr>
        <p:spPr/>
        <p:txBody>
          <a:bodyPr/>
          <a:lstStyle/>
          <a:p>
            <a:r>
              <a:t>This is the most distinctive plugin in the current platform.</a:t>
            </a:r>
          </a:p>
          <a:p/>
          <a:p>
            <a:r>
              <a:t>The key idea is supervised communication. A user can interact with AI, but therapists remain present through a dedicated dashboard where they can review conversations, intervene, send their own messages, create notes, generate drafts, and manage risk status.</a:t>
            </a:r>
          </a:p>
          <a:p/>
          <a:p>
            <a:r>
              <a:t>It is also important that the plugin can run without AI. That allows controlled comparison between AI-supported and human-only communication inside the same framework.</a:t>
            </a:r>
          </a:p>
          <a:p/>
          <a:p>
            <a:r>
              <a:t>That makes it interesting not only for practice, but also for research.</a:t>
            </a:r>
          </a:p>
        </p:txBody>
      </p:sp>
      <p:sp>
        <p:nvSpPr>
          <p:cNvPr id="4" name="Footer Placeholder 3">
            <a:extLst>
              <a:ext uri="{FF2B5EF4-FFF2-40B4-BE49-F238E27FC236}">
                <a16:creationId xmlns:a16="http://schemas.microsoft.com/office/drawing/2014/main" id="{4CE6DB36-8F8E-DF72-82DE-BEC4FF496E44}"/>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ECFA9E6B-8304-7FC3-541A-4F090D538FD5}"/>
              </a:ext>
            </a:extLst>
          </p:cNvPr>
          <p:cNvSpPr>
            <a:spLocks noGrp="1"/>
          </p:cNvSpPr>
          <p:nvPr>
            <p:ph type="sldNum" sz="quarter" idx="5"/>
          </p:nvPr>
        </p:nvSpPr>
        <p:spPr/>
        <p:txBody>
          <a:bodyPr/>
          <a:lstStyle/>
          <a:p>
            <a:fld id="{B2B24C57-7758-4EF8-8A0E-FE171C8C1817}" type="slidenum">
              <a:rPr lang="de-CH" smtClean="0"/>
              <a:t>9</a:t>
            </a:fld>
            <a:endParaRPr lang="de-CH" dirty="0"/>
          </a:p>
        </p:txBody>
      </p:sp>
    </p:spTree>
    <p:extLst>
      <p:ext uri="{BB962C8B-B14F-4D97-AF65-F5344CB8AC3E}">
        <p14:creationId xmlns:p14="http://schemas.microsoft.com/office/powerpoint/2010/main" val="7280257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CECEC-D942-F521-BBF1-2976C55A4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53ECC2-0E33-62C2-BE01-1B33EAFCC7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7717BD-A01B-82D9-BB29-F4FCE2A9B667}"/>
              </a:ext>
            </a:extLst>
          </p:cNvPr>
          <p:cNvSpPr>
            <a:spLocks noGrp="1"/>
          </p:cNvSpPr>
          <p:nvPr>
            <p:ph type="body" idx="1"/>
          </p:nvPr>
        </p:nvSpPr>
        <p:spPr/>
        <p:txBody>
          <a:bodyPr/>
          <a:lstStyle/>
          <a:p>
            <a:r>
              <a:t>The mobile app is important because complete digital programs rarely stay on the desktop.</a:t>
            </a:r>
          </a:p>
          <a:p/>
          <a:p>
            <a:r>
              <a:t>SelfHelp already has a mobile frontend that uses the same platform logic. Surveys, AI chat, therapy chat, notifications, camera-based input, and microphone-based input are already part of that picture.</a:t>
            </a:r>
          </a:p>
          <a:p/>
          <a:p>
            <a:r>
              <a:t>That matters because repeated interaction often happens in the middle of daily life. The mobile app makes check-ins, uploads, reflections, and conversations more natural.</a:t>
            </a:r>
          </a:p>
          <a:p/>
          <a:p>
            <a:r>
              <a:t>So the same program can stay with the user across different situations, instead of being split across separate tools.</a:t>
            </a:r>
          </a:p>
        </p:txBody>
      </p:sp>
      <p:sp>
        <p:nvSpPr>
          <p:cNvPr id="4" name="Footer Placeholder 3">
            <a:extLst>
              <a:ext uri="{FF2B5EF4-FFF2-40B4-BE49-F238E27FC236}">
                <a16:creationId xmlns:a16="http://schemas.microsoft.com/office/drawing/2014/main" id="{A8CD1FA4-A708-A3ED-6E03-23CF5E859E51}"/>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1DA2781B-3470-3A81-4F37-63F382895456}"/>
              </a:ext>
            </a:extLst>
          </p:cNvPr>
          <p:cNvSpPr>
            <a:spLocks noGrp="1"/>
          </p:cNvSpPr>
          <p:nvPr>
            <p:ph type="sldNum" sz="quarter" idx="5"/>
          </p:nvPr>
        </p:nvSpPr>
        <p:spPr/>
        <p:txBody>
          <a:bodyPr/>
          <a:lstStyle/>
          <a:p>
            <a:fld id="{B2B24C57-7758-4EF8-8A0E-FE171C8C1817}" type="slidenum">
              <a:rPr lang="de-CH" smtClean="0"/>
              <a:t>10</a:t>
            </a:fld>
            <a:endParaRPr lang="de-CH" dirty="0"/>
          </a:p>
        </p:txBody>
      </p:sp>
    </p:spTree>
    <p:extLst>
      <p:ext uri="{BB962C8B-B14F-4D97-AF65-F5344CB8AC3E}">
        <p14:creationId xmlns:p14="http://schemas.microsoft.com/office/powerpoint/2010/main" val="21185677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8907-36D6-514D-8284-62C7B12BC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521DB7-7248-18A2-70B0-CD8D8B2477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CFCB7-75F1-C78B-6C21-EC7D0099677D}"/>
              </a:ext>
            </a:extLst>
          </p:cNvPr>
          <p:cNvSpPr>
            <a:spLocks noGrp="1"/>
          </p:cNvSpPr>
          <p:nvPr>
            <p:ph type="body" idx="1"/>
          </p:nvPr>
        </p:nvSpPr>
        <p:spPr/>
        <p:txBody>
          <a:bodyPr/>
          <a:lstStyle/>
          <a:p>
            <a:r>
              <a:t>Each of these tools is strong in its own domain.</a:t>
            </a:r>
          </a:p>
          <a:p/>
          <a:p>
            <a:r>
              <a:t>LimeSurvey is excellent when the main need is survey administration. JATOS and formr are strong choices for online studies and longitudinal research logic. Moodle is a mature platform for digital learning delivery.</a:t>
            </a:r>
          </a:p>
          <a:p/>
          <a:p>
            <a:r>
              <a:t>SelfHelp solves a different problem. It becomes strongest when content, data, workflows, mobile use, permissions, and AI all need to stay connected inside one locally controlled system.</a:t>
            </a:r>
          </a:p>
          <a:p/>
          <a:p>
            <a:r>
              <a:t>That is the difference between using separate tools and building one continuous digital program.</a:t>
            </a:r>
          </a:p>
        </p:txBody>
      </p:sp>
      <p:sp>
        <p:nvSpPr>
          <p:cNvPr id="4" name="Footer Placeholder 3">
            <a:extLst>
              <a:ext uri="{FF2B5EF4-FFF2-40B4-BE49-F238E27FC236}">
                <a16:creationId xmlns:a16="http://schemas.microsoft.com/office/drawing/2014/main" id="{EBB35797-6EF1-F425-F518-CC48850AA690}"/>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16BF80B4-1193-7167-23FC-61D307C1ACEF}"/>
              </a:ext>
            </a:extLst>
          </p:cNvPr>
          <p:cNvSpPr>
            <a:spLocks noGrp="1"/>
          </p:cNvSpPr>
          <p:nvPr>
            <p:ph type="sldNum" sz="quarter" idx="5"/>
          </p:nvPr>
        </p:nvSpPr>
        <p:spPr/>
        <p:txBody>
          <a:bodyPr/>
          <a:lstStyle/>
          <a:p>
            <a:fld id="{B2B24C57-7758-4EF8-8A0E-FE171C8C1817}" type="slidenum">
              <a:rPr lang="de-CH" smtClean="0"/>
              <a:t>11</a:t>
            </a:fld>
            <a:endParaRPr lang="de-CH" dirty="0"/>
          </a:p>
        </p:txBody>
      </p:sp>
    </p:spTree>
    <p:extLst>
      <p:ext uri="{BB962C8B-B14F-4D97-AF65-F5344CB8AC3E}">
        <p14:creationId xmlns:p14="http://schemas.microsoft.com/office/powerpoint/2010/main" val="12601477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A2254-F6D6-6B62-15DA-86527737E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F6D4A-4546-2526-1F82-A005BDDC1E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124DBB-6A5F-38C0-CA22-A658AD138323}"/>
              </a:ext>
            </a:extLst>
          </p:cNvPr>
          <p:cNvSpPr>
            <a:spLocks noGrp="1"/>
          </p:cNvSpPr>
          <p:nvPr>
            <p:ph type="body" idx="1"/>
          </p:nvPr>
        </p:nvSpPr>
        <p:spPr/>
        <p:txBody>
          <a:bodyPr/>
          <a:lstStyle/>
          <a:p>
            <a:r>
              <a:t>The summary is simple.</a:t>
            </a:r>
          </a:p>
          <a:p/>
          <a:p>
            <a:r>
              <a:t>SelfHelp gives one platform where content, assessments, workflows, mobile interaction, and AI can be part of the same program. That is already useful today.</a:t>
            </a:r>
          </a:p>
          <a:p/>
          <a:p>
            <a:r>
              <a:t>It also gives local control and room for future development. And that is where SelfHelp 2 becomes relevant. It is already in development, and I would say it is roughly seventy to eighty percent there. The point is not redesign for its own sake. The point is to make the platform more structured, easier to extend, and much faster to build with.</a:t>
            </a:r>
          </a:p>
          <a:p/>
          <a:p>
            <a:r>
              <a:t>One of the most interesting next steps is LLM-supported content creation. The idea is that the system can generate structured page content much faster, so teams can spend less time building website structure by hand and more time on the actual study design, content quality, and assessment logic.</a:t>
            </a:r>
          </a:p>
          <a:p/>
          <a:p>
            <a:r>
              <a:t>And one practical point at the end: if colleagues see value in this direction, especially in the local university AI infrastructure behind it, it would be very helpful to support the move from proof of concept to a permanent service. A short letter of support to ID could make a real difference there.</a:t>
            </a:r>
          </a:p>
          <a:p/>
          <a:p>
            <a:r>
              <a:t>The final point I would leave with is this: SelfHelp moves us from isolated digital tools to continuous digital programs.</a:t>
            </a:r>
          </a:p>
        </p:txBody>
      </p:sp>
      <p:sp>
        <p:nvSpPr>
          <p:cNvPr id="4" name="Footer Placeholder 3">
            <a:extLst>
              <a:ext uri="{FF2B5EF4-FFF2-40B4-BE49-F238E27FC236}">
                <a16:creationId xmlns:a16="http://schemas.microsoft.com/office/drawing/2014/main" id="{76E584C6-0724-DCD7-9484-88CE6BC75B42}"/>
              </a:ext>
            </a:extLst>
          </p:cNvPr>
          <p:cNvSpPr>
            <a:spLocks noGrp="1"/>
          </p:cNvSpPr>
          <p:nvPr>
            <p:ph type="ftr" sz="quarter" idx="4"/>
          </p:nvPr>
        </p:nvSpPr>
        <p:spPr/>
        <p:txBody>
          <a:bodyPr/>
          <a:lstStyle/>
          <a:p>
            <a:endParaRPr lang="de-CH" dirty="0"/>
          </a:p>
        </p:txBody>
      </p:sp>
      <p:sp>
        <p:nvSpPr>
          <p:cNvPr id="5" name="Slide Number Placeholder 4">
            <a:extLst>
              <a:ext uri="{FF2B5EF4-FFF2-40B4-BE49-F238E27FC236}">
                <a16:creationId xmlns:a16="http://schemas.microsoft.com/office/drawing/2014/main" id="{7CB86B11-0488-D6D2-4E88-FC97B352E060}"/>
              </a:ext>
            </a:extLst>
          </p:cNvPr>
          <p:cNvSpPr>
            <a:spLocks noGrp="1"/>
          </p:cNvSpPr>
          <p:nvPr>
            <p:ph type="sldNum" sz="quarter" idx="5"/>
          </p:nvPr>
        </p:nvSpPr>
        <p:spPr/>
        <p:txBody>
          <a:bodyPr/>
          <a:lstStyle/>
          <a:p>
            <a:fld id="{B2B24C57-7758-4EF8-8A0E-FE171C8C1817}" type="slidenum">
              <a:rPr lang="de-CH" smtClean="0"/>
              <a:t>12</a:t>
            </a:fld>
            <a:endParaRPr lang="de-CH" dirty="0"/>
          </a:p>
        </p:txBody>
      </p:sp>
    </p:spTree>
    <p:extLst>
      <p:ext uri="{BB962C8B-B14F-4D97-AF65-F5344CB8AC3E}">
        <p14:creationId xmlns:p14="http://schemas.microsoft.com/office/powerpoint/2010/main" val="3881941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dirty="0"/>
          </a:p>
        </p:txBody>
      </p:sp>
      <p:sp>
        <p:nvSpPr>
          <p:cNvPr id="4" name="Footer Placeholder 3"/>
          <p:cNvSpPr>
            <a:spLocks noGrp="1"/>
          </p:cNvSpPr>
          <p:nvPr>
            <p:ph type="ftr" sz="quarter" idx="4"/>
          </p:nvPr>
        </p:nvSpPr>
        <p:spPr/>
        <p:txBody>
          <a:bodyPr/>
          <a:lstStyle/>
          <a:p>
            <a:endParaRPr lang="de-CH" dirty="0"/>
          </a:p>
        </p:txBody>
      </p:sp>
      <p:sp>
        <p:nvSpPr>
          <p:cNvPr id="5" name="Slide Number Placeholder 4"/>
          <p:cNvSpPr>
            <a:spLocks noGrp="1"/>
          </p:cNvSpPr>
          <p:nvPr>
            <p:ph type="sldNum" sz="quarter" idx="5"/>
          </p:nvPr>
        </p:nvSpPr>
        <p:spPr/>
        <p:txBody>
          <a:bodyPr/>
          <a:lstStyle/>
          <a:p>
            <a:fld id="{B2B24C57-7758-4EF8-8A0E-FE171C8C1817}" type="slidenum">
              <a:rPr lang="de-CH" smtClean="0"/>
              <a:t>15</a:t>
            </a:fld>
            <a:endParaRPr lang="de-CH" dirty="0"/>
          </a:p>
        </p:txBody>
      </p:sp>
    </p:spTree>
    <p:extLst>
      <p:ext uri="{BB962C8B-B14F-4D97-AF65-F5344CB8AC3E}">
        <p14:creationId xmlns:p14="http://schemas.microsoft.com/office/powerpoint/2010/main" val="12190762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tags" Target="../tags/tag13.xml"/><Relationship Id="rId3" Type="http://schemas.openxmlformats.org/officeDocument/2006/relationships/tags" Target="../tags/tag14.xml"/><Relationship Id="rId4" Type="http://schemas.openxmlformats.org/officeDocument/2006/relationships/tags" Target="../tags/tag15.xml"/><Relationship Id="rId5" Type="http://schemas.openxmlformats.org/officeDocument/2006/relationships/slideMaster" Target="../slideMasters/slideMaster6.xml"/></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tags" Target="../tags/tag17.xml"/><Relationship Id="rId3" Type="http://schemas.openxmlformats.org/officeDocument/2006/relationships/tags" Target="../tags/tag18.xml"/><Relationship Id="rId4" Type="http://schemas.openxmlformats.org/officeDocument/2006/relationships/slideMaster" Target="../slideMasters/slideMaster6.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tags" Target="../tags/tag20.xml"/><Relationship Id="rId3" Type="http://schemas.openxmlformats.org/officeDocument/2006/relationships/tags" Target="../tags/tag21.xml"/><Relationship Id="rId4" Type="http://schemas.openxmlformats.org/officeDocument/2006/relationships/tags" Target="../tags/tag22.xml"/><Relationship Id="rId5" Type="http://schemas.openxmlformats.org/officeDocument/2006/relationships/tags" Target="../tags/tag23.xml"/><Relationship Id="rId6" Type="http://schemas.openxmlformats.org/officeDocument/2006/relationships/tags" Target="../tags/tag24.xml"/><Relationship Id="rId7" Type="http://schemas.openxmlformats.org/officeDocument/2006/relationships/tags" Target="../tags/tag25.xml"/><Relationship Id="rId8" Type="http://schemas.openxmlformats.org/officeDocument/2006/relationships/slideMaster" Target="../slideMasters/slideMaster6.xml"/><Relationship Id="rId9" Type="http://schemas.openxmlformats.org/officeDocument/2006/relationships/image" Target="../media/image2.jpeg"/><Relationship Id="rId10"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tags" Target="../tags/tag29.xml"/><Relationship Id="rId3" Type="http://schemas.openxmlformats.org/officeDocument/2006/relationships/tags" Target="../tags/tag30.xml"/><Relationship Id="rId4" Type="http://schemas.openxmlformats.org/officeDocument/2006/relationships/slideMaster" Target="../slideMasters/slideMaster7.xml"/><Relationship Id="rId5" Type="http://schemas.openxmlformats.org/officeDocument/2006/relationships/image" Target="../media/image4.jpeg"/></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tags" Target="../tags/tag32.xml"/><Relationship Id="rId3" Type="http://schemas.openxmlformats.org/officeDocument/2006/relationships/tags" Target="../tags/tag33.xml"/><Relationship Id="rId4" Type="http://schemas.openxmlformats.org/officeDocument/2006/relationships/tags" Target="../tags/tag34.xml"/><Relationship Id="rId5" Type="http://schemas.openxmlformats.org/officeDocument/2006/relationships/slideMaster" Target="../slideMasters/slideMaster7.xml"/><Relationship Id="rId6" Type="http://schemas.openxmlformats.org/officeDocument/2006/relationships/image" Target="../media/image5.png"/><Relationship Id="rId7" Type="http://schemas.openxmlformats.org/officeDocument/2006/relationships/image" Target="../media/image6.svg"/><Relationship Id="rId8" Type="http://schemas.openxmlformats.org/officeDocument/2006/relationships/image" Target="../media/image4.jpe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35.xml"/><Relationship Id="rId2" Type="http://schemas.openxmlformats.org/officeDocument/2006/relationships/tags" Target="../tags/tag36.xml"/><Relationship Id="rId3" Type="http://schemas.openxmlformats.org/officeDocument/2006/relationships/tags" Target="../tags/tag37.xml"/><Relationship Id="rId4" Type="http://schemas.openxmlformats.org/officeDocument/2006/relationships/slideMaster" Target="../slideMasters/slideMaster7.xml"/><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38.xml"/><Relationship Id="rId2" Type="http://schemas.openxmlformats.org/officeDocument/2006/relationships/tags" Target="../tags/tag39.xml"/><Relationship Id="rId3" Type="http://schemas.openxmlformats.org/officeDocument/2006/relationships/tags" Target="../tags/tag40.xml"/><Relationship Id="rId4" Type="http://schemas.openxmlformats.org/officeDocument/2006/relationships/tags" Target="../tags/tag41.xml"/><Relationship Id="rId5" Type="http://schemas.openxmlformats.org/officeDocument/2006/relationships/tags" Target="../tags/tag42.xml"/><Relationship Id="rId6" Type="http://schemas.openxmlformats.org/officeDocument/2006/relationships/tags" Target="../tags/tag43.xml"/><Relationship Id="rId7" Type="http://schemas.openxmlformats.org/officeDocument/2006/relationships/tags" Target="../tags/tag44.xml"/><Relationship Id="rId8" Type="http://schemas.openxmlformats.org/officeDocument/2006/relationships/tags" Target="../tags/tag45.xml"/><Relationship Id="rId9" Type="http://schemas.openxmlformats.org/officeDocument/2006/relationships/tags" Target="../tags/tag46.xml"/><Relationship Id="rId10" Type="http://schemas.openxmlformats.org/officeDocument/2006/relationships/tags" Target="../tags/tag47.xml"/><Relationship Id="rId11" Type="http://schemas.openxmlformats.org/officeDocument/2006/relationships/tags" Target="../tags/tag48.xml"/><Relationship Id="rId12" Type="http://schemas.openxmlformats.org/officeDocument/2006/relationships/tags" Target="../tags/tag49.xml"/><Relationship Id="rId13" Type="http://schemas.openxmlformats.org/officeDocument/2006/relationships/slideMaster" Target="../slideMasters/slideMaster7.xml"/><Relationship Id="rId14" Type="http://schemas.openxmlformats.org/officeDocument/2006/relationships/image" Target="../media/image4.jpe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50.xml"/><Relationship Id="rId2" Type="http://schemas.openxmlformats.org/officeDocument/2006/relationships/tags" Target="../tags/tag51.xml"/><Relationship Id="rId3" Type="http://schemas.openxmlformats.org/officeDocument/2006/relationships/tags" Target="../tags/tag52.xml"/><Relationship Id="rId4" Type="http://schemas.openxmlformats.org/officeDocument/2006/relationships/tags" Target="../tags/tag53.xml"/><Relationship Id="rId5" Type="http://schemas.openxmlformats.org/officeDocument/2006/relationships/slideMaster" Target="../slideMasters/slideMaster7.xml"/><Relationship Id="rId6" Type="http://schemas.openxmlformats.org/officeDocument/2006/relationships/image" Target="../media/image4.jpe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54.xml"/><Relationship Id="rId2" Type="http://schemas.openxmlformats.org/officeDocument/2006/relationships/tags" Target="../tags/tag55.xml"/><Relationship Id="rId3" Type="http://schemas.openxmlformats.org/officeDocument/2006/relationships/tags" Target="../tags/tag56.xml"/><Relationship Id="rId4" Type="http://schemas.openxmlformats.org/officeDocument/2006/relationships/tags" Target="../tags/tag57.xml"/><Relationship Id="rId5" Type="http://schemas.openxmlformats.org/officeDocument/2006/relationships/slideMaster" Target="../slideMasters/slideMaster7.xml"/><Relationship Id="rId6" Type="http://schemas.openxmlformats.org/officeDocument/2006/relationships/image" Target="../media/image5.png"/><Relationship Id="rId7" Type="http://schemas.openxmlformats.org/officeDocument/2006/relationships/image" Target="../media/image6.svg"/><Relationship Id="rId8" Type="http://schemas.openxmlformats.org/officeDocument/2006/relationships/image" Target="../media/image4.jpe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58.xml"/><Relationship Id="rId2" Type="http://schemas.openxmlformats.org/officeDocument/2006/relationships/tags" Target="../tags/tag59.xml"/><Relationship Id="rId3" Type="http://schemas.openxmlformats.org/officeDocument/2006/relationships/tags" Target="../tags/tag60.xml"/><Relationship Id="rId4" Type="http://schemas.openxmlformats.org/officeDocument/2006/relationships/tags" Target="../tags/tag61.xml"/><Relationship Id="rId5" Type="http://schemas.openxmlformats.org/officeDocument/2006/relationships/slideMaster" Target="../slideMasters/slideMaster7.xml"/><Relationship Id="rId6" Type="http://schemas.openxmlformats.org/officeDocument/2006/relationships/image" Target="../media/image4.jpe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62.xml"/><Relationship Id="rId2" Type="http://schemas.openxmlformats.org/officeDocument/2006/relationships/tags" Target="../tags/tag63.xml"/><Relationship Id="rId3" Type="http://schemas.openxmlformats.org/officeDocument/2006/relationships/tags" Target="../tags/tag64.xml"/><Relationship Id="rId4" Type="http://schemas.openxmlformats.org/officeDocument/2006/relationships/slideMaster" Target="../slideMasters/slideMaster7.xml"/><Relationship Id="rId5" Type="http://schemas.openxmlformats.org/officeDocument/2006/relationships/image" Target="../media/image9.png"/><Relationship Id="rId6" Type="http://schemas.openxmlformats.org/officeDocument/2006/relationships/image" Target="../media/image10.svg"/><Relationship Id="rId7" Type="http://schemas.openxmlformats.org/officeDocument/2006/relationships/image" Target="../media/image4.jpe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 Titel-Folie mit Bi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8F220F-AF24-8D49-BCE6-4B7754B66C9B}"/>
              </a:ext>
            </a:extLst>
          </p:cNvPr>
          <p:cNvSpPr>
            <a:spLocks noGrp="1"/>
          </p:cNvSpPr>
          <p:nvPr>
            <p:ph type="title" hasCustomPrompt="1"/>
          </p:nvPr>
        </p:nvSpPr>
        <p:spPr>
          <a:xfrm>
            <a:off x="540000" y="187200"/>
            <a:ext cx="7020000" cy="410369"/>
          </a:xfrm>
        </p:spPr>
        <p:txBody>
          <a:bodyPr anchor="b" anchorCtr="0"/>
          <a:lstStyle>
            <a:lvl1pPr>
              <a:defRPr>
                <a:solidFill>
                  <a:srgbClr val="E6002E"/>
                </a:solidFill>
              </a:defRPr>
            </a:lvl1pPr>
          </a:lstStyle>
          <a:p>
            <a:r>
              <a:rPr lang="de-DE" dirty="0"/>
              <a:t>Titel A (Arial 28pt., rot, max. 1 Zeile) </a:t>
            </a:r>
          </a:p>
        </p:txBody>
      </p:sp>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1306722"/>
            <a:ext cx="7020000" cy="180000"/>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1576800"/>
            <a:ext cx="7020000" cy="180000"/>
          </a:xfrm>
          <a:prstGeom prst="rect">
            <a:avLst/>
          </a:prstGeom>
        </p:spPr>
        <p:txBody>
          <a:bodyPr lIns="0" tIns="0" rIns="0" bIns="0" anchor="t">
            <a:noAutofit/>
          </a:bodyPr>
          <a:lstStyle>
            <a:lvl1pPr marL="0" indent="0">
              <a:buNone/>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no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6" name="Inhaltsplatzhalter 2">
            <a:extLst>
              <a:ext uri="{FF2B5EF4-FFF2-40B4-BE49-F238E27FC236}">
                <a16:creationId xmlns:a16="http://schemas.microsoft.com/office/drawing/2014/main" id="{08592F44-7A11-4746-8BCA-D8016987E6BD}"/>
              </a:ext>
            </a:extLst>
          </p:cNvPr>
          <p:cNvSpPr>
            <a:spLocks noGrp="1"/>
          </p:cNvSpPr>
          <p:nvPr>
            <p:ph sz="half" idx="1" hasCustomPrompt="1"/>
          </p:nvPr>
        </p:nvSpPr>
        <p:spPr>
          <a:xfrm>
            <a:off x="0" y="1921500"/>
            <a:ext cx="9144000" cy="32184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8.94 (h) cm </a:t>
            </a:r>
          </a:p>
        </p:txBody>
      </p:sp>
    </p:spTree>
    <p:extLst>
      <p:ext uri="{BB962C8B-B14F-4D97-AF65-F5344CB8AC3E}">
        <p14:creationId xmlns:p14="http://schemas.microsoft.com/office/powerpoint/2010/main" val="339214364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8: Schluss-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88F220F-AF24-8D49-BCE6-4B7754B66C9B}"/>
              </a:ext>
            </a:extLst>
          </p:cNvPr>
          <p:cNvSpPr>
            <a:spLocks noGrp="1"/>
          </p:cNvSpPr>
          <p:nvPr>
            <p:ph type="title" hasCustomPrompt="1"/>
          </p:nvPr>
        </p:nvSpPr>
        <p:spPr>
          <a:xfrm>
            <a:off x="540000" y="187200"/>
            <a:ext cx="7020000" cy="410369"/>
          </a:xfrm>
        </p:spPr>
        <p:txBody>
          <a:bodyPr anchor="b" anchorCtr="0"/>
          <a:lstStyle>
            <a:lvl1pPr>
              <a:defRPr>
                <a:solidFill>
                  <a:srgbClr val="E6002E"/>
                </a:solidFill>
              </a:defRPr>
            </a:lvl1pPr>
          </a:lstStyle>
          <a:p>
            <a:r>
              <a:rPr lang="de-CH" spc="-15" dirty="0"/>
              <a:t>Vielen Dank</a:t>
            </a:r>
            <a:endParaRPr lang="de-DE" dirty="0"/>
          </a:p>
        </p:txBody>
      </p:sp>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1306722"/>
            <a:ext cx="7020000" cy="180000"/>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1576800"/>
            <a:ext cx="7020000" cy="180000"/>
          </a:xfrm>
          <a:prstGeom prst="rect">
            <a:avLst/>
          </a:prstGeom>
        </p:spPr>
        <p:txBody>
          <a:bodyPr lIns="0" tIns="0" rIns="0" bIns="0" anchor="t">
            <a:noAutofit/>
          </a:bodyPr>
          <a:lstStyle>
            <a:lvl1pPr marL="0" indent="0">
              <a:buNone/>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no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r>
              <a:rPr lang="de-CH" spc="20" dirty="0">
                <a:solidFill>
                  <a:srgbClr val="231F20"/>
                </a:solidFill>
              </a:rPr>
              <a:t>für Ihre Aufmerksamkeit</a:t>
            </a:r>
            <a:endParaRPr lang="de-DE" dirty="0"/>
          </a:p>
        </p:txBody>
      </p:sp>
      <p:sp>
        <p:nvSpPr>
          <p:cNvPr id="6" name="Inhaltsplatzhalter 2">
            <a:extLst>
              <a:ext uri="{FF2B5EF4-FFF2-40B4-BE49-F238E27FC236}">
                <a16:creationId xmlns:a16="http://schemas.microsoft.com/office/drawing/2014/main" id="{08592F44-7A11-4746-8BCA-D8016987E6BD}"/>
              </a:ext>
            </a:extLst>
          </p:cNvPr>
          <p:cNvSpPr>
            <a:spLocks noGrp="1"/>
          </p:cNvSpPr>
          <p:nvPr>
            <p:ph sz="half" idx="1" hasCustomPrompt="1"/>
          </p:nvPr>
        </p:nvSpPr>
        <p:spPr>
          <a:xfrm>
            <a:off x="0" y="1921500"/>
            <a:ext cx="9144000" cy="32184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8.94 (h) cm </a:t>
            </a:r>
          </a:p>
        </p:txBody>
      </p:sp>
    </p:spTree>
    <p:extLst>
      <p:ext uri="{BB962C8B-B14F-4D97-AF65-F5344CB8AC3E}">
        <p14:creationId xmlns:p14="http://schemas.microsoft.com/office/powerpoint/2010/main" val="258286335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 Titel-Folie ohne Bild">
    <p:spTree>
      <p:nvGrpSpPr>
        <p:cNvPr id="1" name=""/>
        <p:cNvGrpSpPr/>
        <p:nvPr/>
      </p:nvGrpSpPr>
      <p:grpSpPr>
        <a:xfrm>
          <a:off x="0" y="0"/>
          <a:ext cx="0" cy="0"/>
          <a:chOff x="0" y="0"/>
          <a:chExt cx="0" cy="0"/>
        </a:xfrm>
      </p:grpSpPr>
      <p:sp>
        <p:nvSpPr>
          <p:cNvPr id="3" name="Textplatzhalter 2">
            <a:extLst>
              <a:ext uri="{FF2B5EF4-FFF2-40B4-BE49-F238E27FC236}">
                <a16:creationId xmlns:a16="http://schemas.microsoft.com/office/drawing/2014/main" id="{1659C5DC-671B-6A4E-BD0B-CCB6129F84B8}"/>
              </a:ext>
            </a:extLst>
          </p:cNvPr>
          <p:cNvSpPr>
            <a:spLocks noGrp="1"/>
          </p:cNvSpPr>
          <p:nvPr>
            <p:ph type="body" idx="10" hasCustomPrompt="1"/>
          </p:nvPr>
        </p:nvSpPr>
        <p:spPr>
          <a:xfrm>
            <a:off x="540000" y="3562350"/>
            <a:ext cx="7020000" cy="166199"/>
          </a:xfrm>
          <a:prstGeom prst="rect">
            <a:avLst/>
          </a:prstGeom>
        </p:spPr>
        <p:txBody>
          <a:bodyPr lIns="0" tIns="0" rIns="0" bIns="0" anchor="t">
            <a:noAutofit/>
          </a:bodyPr>
          <a:lstStyle>
            <a:lvl1pPr marL="0" indent="0">
              <a:buNone/>
              <a:defRPr sz="1400" b="1"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Moderator und Organisationseinheit (Arial Fett 14pt., max. 1 Zeile)</a:t>
            </a:r>
          </a:p>
        </p:txBody>
      </p:sp>
      <p:sp>
        <p:nvSpPr>
          <p:cNvPr id="4" name="Textplatzhalter 2">
            <a:extLst>
              <a:ext uri="{FF2B5EF4-FFF2-40B4-BE49-F238E27FC236}">
                <a16:creationId xmlns:a16="http://schemas.microsoft.com/office/drawing/2014/main" id="{99D0CF73-16BC-EE47-A2F6-63380649FC8F}"/>
              </a:ext>
            </a:extLst>
          </p:cNvPr>
          <p:cNvSpPr>
            <a:spLocks noGrp="1"/>
          </p:cNvSpPr>
          <p:nvPr>
            <p:ph type="body" idx="12" hasCustomPrompt="1"/>
          </p:nvPr>
        </p:nvSpPr>
        <p:spPr>
          <a:xfrm>
            <a:off x="540000" y="3834000"/>
            <a:ext cx="7020000" cy="166199"/>
          </a:xfrm>
          <a:prstGeom prst="rect">
            <a:avLst/>
          </a:prstGeom>
        </p:spPr>
        <p:txBody>
          <a:bodyPr lIns="0" tIns="0" rIns="0" bIns="0" anchor="t">
            <a:spAutoFit/>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200" b="0" i="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Datum und Präsentationsort (Arial 12pt., max. 1 Zeile)</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2203200"/>
            <a:ext cx="7020000" cy="900000"/>
          </a:xfrm>
          <a:prstGeom prst="rect">
            <a:avLst/>
          </a:prstGeom>
        </p:spPr>
        <p:txBody>
          <a:bodyPr lIns="0" tIns="0" rIns="0" bIns="0" anchor="t">
            <a:noAutofit/>
          </a:bodyPr>
          <a:lstStyle>
            <a:lvl1pPr marL="0" marR="0" indent="0" algn="l" defTabSz="914400"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28/32pt., </a:t>
            </a:r>
            <a:br>
              <a:rPr lang="de-DE" dirty="0"/>
            </a:br>
            <a:r>
              <a:rPr lang="de-DE" dirty="0"/>
              <a:t>schwarz, max. 2 Zeilen) </a:t>
            </a:r>
          </a:p>
        </p:txBody>
      </p:sp>
      <p:sp>
        <p:nvSpPr>
          <p:cNvPr id="13" name="Titelplatzhalter 14">
            <a:extLst>
              <a:ext uri="{FF2B5EF4-FFF2-40B4-BE49-F238E27FC236}">
                <a16:creationId xmlns:a16="http://schemas.microsoft.com/office/drawing/2014/main" id="{A4657668-A8BC-5644-AAC4-0A0F9B6AD949}"/>
              </a:ext>
            </a:extLst>
          </p:cNvPr>
          <p:cNvSpPr>
            <a:spLocks noGrp="1"/>
          </p:cNvSpPr>
          <p:nvPr>
            <p:ph type="title" hasCustomPrompt="1"/>
          </p:nvPr>
        </p:nvSpPr>
        <p:spPr>
          <a:xfrm>
            <a:off x="540000" y="1220400"/>
            <a:ext cx="7020000" cy="900000"/>
          </a:xfrm>
          <a:prstGeom prst="rect">
            <a:avLst/>
          </a:prstGeom>
        </p:spPr>
        <p:txBody>
          <a:bodyPr vert="horz" wrap="square" lIns="0" tIns="0" rIns="0" bIns="0" rtlCol="0" anchor="b" anchorCtr="0">
            <a:noAutofit/>
          </a:bodyPr>
          <a:lstStyle>
            <a:lvl1pPr>
              <a:defRPr/>
            </a:lvl1pPr>
          </a:lstStyle>
          <a:p>
            <a:r>
              <a:rPr lang="de-DE" dirty="0"/>
              <a:t>Titel A (Arial 28/32pt., </a:t>
            </a:r>
            <a:br>
              <a:rPr lang="de-DE" dirty="0"/>
            </a:br>
            <a:r>
              <a:rPr lang="de-DE" dirty="0"/>
              <a:t>rot, max. 2 Zeilen)</a:t>
            </a:r>
          </a:p>
        </p:txBody>
      </p:sp>
    </p:spTree>
    <p:extLst>
      <p:ext uri="{BB962C8B-B14F-4D97-AF65-F5344CB8AC3E}">
        <p14:creationId xmlns:p14="http://schemas.microsoft.com/office/powerpoint/2010/main" val="4118817871"/>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 Inhaltverzeichnis">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1" name="Textplatzhalter 10">
            <a:extLst>
              <a:ext uri="{FF2B5EF4-FFF2-40B4-BE49-F238E27FC236}">
                <a16:creationId xmlns:a16="http://schemas.microsoft.com/office/drawing/2014/main" id="{81FC3BBB-A060-D84D-A85B-A61AE52B9CEC}"/>
              </a:ext>
            </a:extLst>
          </p:cNvPr>
          <p:cNvSpPr>
            <a:spLocks noGrp="1"/>
          </p:cNvSpPr>
          <p:nvPr>
            <p:ph type="body" sz="quarter" idx="12" hasCustomPrompt="1"/>
          </p:nvPr>
        </p:nvSpPr>
        <p:spPr>
          <a:xfrm>
            <a:off x="540000" y="2190750"/>
            <a:ext cx="3727200" cy="2610000"/>
          </a:xfrm>
          <a:prstGeom prst="rect">
            <a:avLst/>
          </a:prstGeom>
        </p:spPr>
        <p:txBody>
          <a:bodyPr wrap="square" lIns="0" tIns="0" rIns="0" bIns="0">
            <a:noAutofit/>
          </a:bodyPr>
          <a:lstStyle>
            <a:lvl1pPr marL="0" marR="0" indent="0" algn="l" defTabSz="914377" rtl="0" eaLnBrk="1" fontAlgn="auto" latinLnBrk="0" hangingPunct="1">
              <a:lnSpc>
                <a:spcPts val="2400"/>
              </a:lnSpc>
              <a:spcBef>
                <a:spcPts val="0"/>
              </a:spcBef>
              <a:spcAft>
                <a:spcPts val="0"/>
              </a:spcAft>
              <a:buClrTx/>
              <a:buSzTx/>
              <a:buFont typeface="Arial" panose="020B0604020202020204" pitchFamily="34" charset="0"/>
              <a:buNone/>
              <a:tabLst/>
              <a:defRPr sz="2000">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a:defRPr sz="16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stStyle>
          <a:p>
            <a:pPr marL="0" marR="0" lvl="0" indent="0" algn="l" defTabSz="914377" rtl="0" eaLnBrk="1" fontAlgn="auto" latinLnBrk="0" hangingPunct="1">
              <a:lnSpc>
                <a:spcPts val="2000"/>
              </a:lnSpc>
              <a:spcBef>
                <a:spcPts val="0"/>
              </a:spcBef>
              <a:spcAft>
                <a:spcPts val="0"/>
              </a:spcAft>
              <a:buClrTx/>
              <a:buSzTx/>
              <a:buFont typeface="Arial" panose="020B0604020202020204" pitchFamily="34" charset="0"/>
              <a:buNone/>
              <a:tabLst/>
              <a:defRPr/>
            </a:pPr>
            <a:r>
              <a:rPr lang="de-DE" dirty="0"/>
              <a:t>Inhalt Nr. 1: Arial 20/24pt.</a:t>
            </a:r>
          </a:p>
          <a:p>
            <a:pPr lvl="0"/>
            <a:endParaRPr lang="de-DE" dirty="0"/>
          </a:p>
          <a:p>
            <a:pPr lvl="0"/>
            <a:r>
              <a:rPr lang="de-DE" dirty="0"/>
              <a:t>Inhalt Nr. 2</a:t>
            </a:r>
          </a:p>
        </p:txBody>
      </p:sp>
      <p:sp>
        <p:nvSpPr>
          <p:cNvPr id="14" name="Textplatzhalter 10">
            <a:extLst>
              <a:ext uri="{FF2B5EF4-FFF2-40B4-BE49-F238E27FC236}">
                <a16:creationId xmlns:a16="http://schemas.microsoft.com/office/drawing/2014/main" id="{B236500E-83E7-924C-AF0B-0F29C91C1A20}"/>
              </a:ext>
            </a:extLst>
          </p:cNvPr>
          <p:cNvSpPr>
            <a:spLocks noGrp="1"/>
          </p:cNvSpPr>
          <p:nvPr>
            <p:ph type="body" sz="quarter" idx="14" hasCustomPrompt="1"/>
          </p:nvPr>
        </p:nvSpPr>
        <p:spPr>
          <a:xfrm>
            <a:off x="4878000" y="2190750"/>
            <a:ext cx="3727200" cy="2610000"/>
          </a:xfrm>
          <a:prstGeom prst="rect">
            <a:avLst/>
          </a:prstGeom>
        </p:spPr>
        <p:txBody>
          <a:bodyPr wrap="square" lIns="0" tIns="0" rIns="0" bIns="0">
            <a:noAutofit/>
          </a:bodyPr>
          <a:lstStyle>
            <a:lvl1pPr marL="0" marR="0" indent="0" algn="l" defTabSz="914377" rtl="0" eaLnBrk="1" fontAlgn="auto" latinLnBrk="0" hangingPunct="1">
              <a:lnSpc>
                <a:spcPts val="2400"/>
              </a:lnSpc>
              <a:spcBef>
                <a:spcPts val="0"/>
              </a:spcBef>
              <a:spcAft>
                <a:spcPts val="0"/>
              </a:spcAft>
              <a:buClrTx/>
              <a:buSzTx/>
              <a:buFont typeface="Arial" panose="020B0604020202020204" pitchFamily="34" charset="0"/>
              <a:buNone/>
              <a:tabLst/>
              <a:defRPr sz="2000">
                <a:latin typeface="Arial" panose="020B0604020202020204" pitchFamily="34" charset="0"/>
                <a:cs typeface="Arial" panose="020B0604020202020204" pitchFamily="34" charset="0"/>
              </a:defRPr>
            </a:lvl1pPr>
            <a:lvl2pPr>
              <a:defRPr sz="1600">
                <a:latin typeface="Arial" panose="020B0604020202020204" pitchFamily="34" charset="0"/>
                <a:cs typeface="Arial" panose="020B0604020202020204" pitchFamily="34" charset="0"/>
              </a:defRPr>
            </a:lvl2pPr>
            <a:lvl3pPr>
              <a:defRPr sz="1600">
                <a:latin typeface="Arial" panose="020B0604020202020204" pitchFamily="34" charset="0"/>
                <a:cs typeface="Arial" panose="020B0604020202020204" pitchFamily="34" charset="0"/>
              </a:defRPr>
            </a:lvl3pPr>
            <a:lvl4pPr>
              <a:defRPr sz="1600">
                <a:latin typeface="Arial" panose="020B0604020202020204" pitchFamily="34" charset="0"/>
                <a:cs typeface="Arial" panose="020B0604020202020204" pitchFamily="34" charset="0"/>
              </a:defRPr>
            </a:lvl4pPr>
            <a:lvl5pPr>
              <a:defRPr sz="1600">
                <a:latin typeface="Arial" panose="020B0604020202020204" pitchFamily="34" charset="0"/>
                <a:cs typeface="Arial" panose="020B0604020202020204" pitchFamily="34" charset="0"/>
              </a:defRPr>
            </a:lvl5pPr>
          </a:lstStyle>
          <a:p>
            <a:pPr marL="0" marR="0" lvl="0" indent="0" algn="l" defTabSz="914377" rtl="0" eaLnBrk="1" fontAlgn="auto" latinLnBrk="0" hangingPunct="1">
              <a:lnSpc>
                <a:spcPts val="2000"/>
              </a:lnSpc>
              <a:spcBef>
                <a:spcPts val="0"/>
              </a:spcBef>
              <a:spcAft>
                <a:spcPts val="0"/>
              </a:spcAft>
              <a:buClrTx/>
              <a:buSzTx/>
              <a:buFont typeface="Arial" panose="020B0604020202020204" pitchFamily="34" charset="0"/>
              <a:buNone/>
              <a:tabLst/>
              <a:defRPr/>
            </a:pPr>
            <a:r>
              <a:rPr lang="de-DE" dirty="0"/>
              <a:t>Inhalt Nr. 3: Arial 20/24pt.</a:t>
            </a:r>
          </a:p>
          <a:p>
            <a:pPr lvl="0"/>
            <a:endParaRPr lang="de-DE" dirty="0"/>
          </a:p>
          <a:p>
            <a:pPr lvl="0"/>
            <a:r>
              <a:rPr lang="de-DE" dirty="0"/>
              <a:t>Inhalt Nr. 4</a:t>
            </a:r>
          </a:p>
          <a:p>
            <a:pPr lvl="0"/>
            <a:endParaRPr lang="de-DE" dirty="0"/>
          </a:p>
        </p:txBody>
      </p:sp>
      <p:sp>
        <p:nvSpPr>
          <p:cNvPr id="9" name="Textplatzhalter 21">
            <a:extLst>
              <a:ext uri="{FF2B5EF4-FFF2-40B4-BE49-F238E27FC236}">
                <a16:creationId xmlns:a16="http://schemas.microsoft.com/office/drawing/2014/main" id="{16AC8D8E-CDF7-E043-997B-4F40A5E71F94}"/>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solidFill>
                  <a:schemeClr val="tx1"/>
                </a:solidFill>
                <a:latin typeface="Arial" panose="020B0604020202020204" pitchFamily="34" charset="0"/>
                <a:cs typeface="Arial" panose="020B0604020202020204" pitchFamily="34" charset="0"/>
              </a:defRPr>
            </a:lvl1pPr>
          </a:lstStyle>
          <a:p>
            <a:pPr lvl="0"/>
            <a:r>
              <a:rPr lang="de-DE" dirty="0"/>
              <a:t>Thema der Präsentation (</a:t>
            </a:r>
            <a:r>
              <a:rPr lang="de-DE" dirty="0" err="1"/>
              <a:t>gemäss</a:t>
            </a:r>
            <a:r>
              <a:rPr lang="de-DE" dirty="0"/>
              <a:t> Titelfolie: Arial 12pt., schwarz, max. 1 Zeile)</a:t>
            </a:r>
          </a:p>
        </p:txBody>
      </p:sp>
      <p:sp>
        <p:nvSpPr>
          <p:cNvPr id="10" name="Titelplatzhalter 14">
            <a:extLst>
              <a:ext uri="{FF2B5EF4-FFF2-40B4-BE49-F238E27FC236}">
                <a16:creationId xmlns:a16="http://schemas.microsoft.com/office/drawing/2014/main" id="{F49DC73E-0ADC-CB4B-B483-695B44661B05}"/>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
        <p:nvSpPr>
          <p:cNvPr id="7" name="Foliennummernplatzhalter 7">
            <a:extLst>
              <a:ext uri="{FF2B5EF4-FFF2-40B4-BE49-F238E27FC236}">
                <a16:creationId xmlns:a16="http://schemas.microsoft.com/office/drawing/2014/main" id="{291F5CB2-B1A0-3141-810A-EA3DABABC379}"/>
              </a:ext>
            </a:extLst>
          </p:cNvPr>
          <p:cNvSpPr>
            <a:spLocks noGrp="1"/>
          </p:cNvSpPr>
          <p:nvPr>
            <p:ph type="sldNum" sz="quarter" idx="21"/>
          </p:nvPr>
        </p:nvSpPr>
        <p:spPr>
          <a:xfrm>
            <a:off x="8610600" y="6356350"/>
            <a:ext cx="2743200" cy="365125"/>
          </a:xfrm>
        </p:spPr>
        <p:txBody>
          <a:bodyPr/>
          <a:lstStyle/>
          <a:p>
            <a:fld id="{16AB2C14-F465-F643-BD65-D6125390A9E0}" type="slidenum">
              <a:rPr lang="de-DE" smtClean="0"/>
              <a:t>‹#›</a:t>
            </a:fld>
            <a:endParaRPr lang="de-DE"/>
          </a:p>
        </p:txBody>
      </p:sp>
    </p:spTree>
    <p:extLst>
      <p:ext uri="{BB962C8B-B14F-4D97-AF65-F5344CB8AC3E}">
        <p14:creationId xmlns:p14="http://schemas.microsoft.com/office/powerpoint/2010/main" val="211686635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a: Text-Folie 2 Spalten">
    <p:spTree>
      <p:nvGrpSpPr>
        <p:cNvPr id="1" name=""/>
        <p:cNvGrpSpPr/>
        <p:nvPr/>
      </p:nvGrpSpPr>
      <p:grpSpPr>
        <a:xfrm>
          <a:off x="0" y="0"/>
          <a:ext cx="0" cy="0"/>
          <a:chOff x="0" y="0"/>
          <a:chExt cx="0" cy="0"/>
        </a:xfrm>
      </p:grpSpPr>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7" name="Textplatzhalter 16">
            <a:extLst>
              <a:ext uri="{FF2B5EF4-FFF2-40B4-BE49-F238E27FC236}">
                <a16:creationId xmlns:a16="http://schemas.microsoft.com/office/drawing/2014/main" id="{723164D8-30C4-CA40-B858-A93802E24BA8}"/>
              </a:ext>
            </a:extLst>
          </p:cNvPr>
          <p:cNvSpPr>
            <a:spLocks noGrp="1"/>
          </p:cNvSpPr>
          <p:nvPr>
            <p:ph type="body" sz="quarter" idx="16" hasCustomPrompt="1"/>
          </p:nvPr>
        </p:nvSpPr>
        <p:spPr>
          <a:xfrm>
            <a:off x="540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1: Arial Fett 16pt.</a:t>
            </a:r>
          </a:p>
        </p:txBody>
      </p:sp>
      <p:sp>
        <p:nvSpPr>
          <p:cNvPr id="18" name="Textplatzhalter 16">
            <a:extLst>
              <a:ext uri="{FF2B5EF4-FFF2-40B4-BE49-F238E27FC236}">
                <a16:creationId xmlns:a16="http://schemas.microsoft.com/office/drawing/2014/main" id="{B040411C-234A-814D-906D-923A34543F9B}"/>
              </a:ext>
            </a:extLst>
          </p:cNvPr>
          <p:cNvSpPr>
            <a:spLocks noGrp="1"/>
          </p:cNvSpPr>
          <p:nvPr>
            <p:ph type="body" sz="quarter" idx="17" hasCustomPrompt="1"/>
          </p:nvPr>
        </p:nvSpPr>
        <p:spPr>
          <a:xfrm>
            <a:off x="540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1: Arial 16/20pt.</a:t>
            </a:r>
          </a:p>
        </p:txBody>
      </p:sp>
      <p:sp>
        <p:nvSpPr>
          <p:cNvPr id="19" name="Textplatzhalter 16">
            <a:extLst>
              <a:ext uri="{FF2B5EF4-FFF2-40B4-BE49-F238E27FC236}">
                <a16:creationId xmlns:a16="http://schemas.microsoft.com/office/drawing/2014/main" id="{BA9C34C3-74C1-1046-BC15-F9C16906BAF5}"/>
              </a:ext>
            </a:extLst>
          </p:cNvPr>
          <p:cNvSpPr>
            <a:spLocks noGrp="1"/>
          </p:cNvSpPr>
          <p:nvPr>
            <p:ph type="body" sz="quarter" idx="18" hasCustomPrompt="1"/>
          </p:nvPr>
        </p:nvSpPr>
        <p:spPr>
          <a:xfrm>
            <a:off x="4878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2: Arial Fett 16pt.</a:t>
            </a:r>
          </a:p>
        </p:txBody>
      </p:sp>
      <p:sp>
        <p:nvSpPr>
          <p:cNvPr id="20" name="Textplatzhalter 16">
            <a:extLst>
              <a:ext uri="{FF2B5EF4-FFF2-40B4-BE49-F238E27FC236}">
                <a16:creationId xmlns:a16="http://schemas.microsoft.com/office/drawing/2014/main" id="{4D60A118-8FB6-A640-B56D-40FCAF7BFBFD}"/>
              </a:ext>
            </a:extLst>
          </p:cNvPr>
          <p:cNvSpPr>
            <a:spLocks noGrp="1"/>
          </p:cNvSpPr>
          <p:nvPr>
            <p:ph type="body" sz="quarter" idx="19" hasCustomPrompt="1"/>
          </p:nvPr>
        </p:nvSpPr>
        <p:spPr>
          <a:xfrm>
            <a:off x="4878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2: Arial 16/20pt.</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latin typeface="Arial" panose="020B0604020202020204" pitchFamily="34" charset="0"/>
                <a:cs typeface="Arial" panose="020B0604020202020204" pitchFamily="34" charset="0"/>
              </a:defRPr>
            </a:lvl1pPr>
          </a:lstStyle>
          <a:p>
            <a:pPr lvl="0"/>
            <a:r>
              <a:rPr lang="de-DE" dirty="0"/>
              <a:t>Inhalt aus Inhaltverzeichnis (Arial 12pt., schwarz, max. 1 Zeile)</a:t>
            </a:r>
          </a:p>
        </p:txBody>
      </p:sp>
      <p:sp>
        <p:nvSpPr>
          <p:cNvPr id="9" name="Titelplatzhalter 14">
            <a:extLst>
              <a:ext uri="{FF2B5EF4-FFF2-40B4-BE49-F238E27FC236}">
                <a16:creationId xmlns:a16="http://schemas.microsoft.com/office/drawing/2014/main" id="{C22A8075-803F-A14F-902F-5526F2DDD3F9}"/>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110926675"/>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b: Text-Folie 2 Spalten">
    <p:spTree>
      <p:nvGrpSpPr>
        <p:cNvPr id="1" name=""/>
        <p:cNvGrpSpPr/>
        <p:nvPr/>
      </p:nvGrpSpPr>
      <p:grpSpPr>
        <a:xfrm>
          <a:off x="0" y="0"/>
          <a:ext cx="0" cy="0"/>
          <a:chOff x="0" y="0"/>
          <a:chExt cx="0" cy="0"/>
        </a:xfrm>
      </p:grpSpPr>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no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80000"/>
          </a:xfrm>
          <a:prstGeom prst="rect">
            <a:avLst/>
          </a:prstGeom>
        </p:spPr>
        <p:txBody>
          <a:bodyPr lIns="0" tIns="0" rIns="0" bIns="0">
            <a:noAutofit/>
          </a:bodyPr>
          <a:lstStyle>
            <a:lvl1pPr>
              <a:spcBef>
                <a:spcPts val="0"/>
              </a:spcBef>
              <a:defRPr sz="1200">
                <a:latin typeface="Arial" panose="020B0604020202020204" pitchFamily="34" charset="0"/>
                <a:cs typeface="Arial" panose="020B0604020202020204" pitchFamily="34" charset="0"/>
              </a:defRPr>
            </a:lvl1pPr>
          </a:lstStyle>
          <a:p>
            <a:pPr lvl="0"/>
            <a:r>
              <a:rPr lang="de-DE" dirty="0"/>
              <a:t>Inhalt aus Inhaltverzeichnis (Arial 12pt., schwarz, max. 1 Zeile)</a:t>
            </a:r>
          </a:p>
        </p:txBody>
      </p:sp>
      <p:sp>
        <p:nvSpPr>
          <p:cNvPr id="9" name="Titelplatzhalter 14">
            <a:extLst>
              <a:ext uri="{FF2B5EF4-FFF2-40B4-BE49-F238E27FC236}">
                <a16:creationId xmlns:a16="http://schemas.microsoft.com/office/drawing/2014/main" id="{C22A8075-803F-A14F-902F-5526F2DDD3F9}"/>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
        <p:nvSpPr>
          <p:cNvPr id="10" name="Inhaltsplatzhalter 2">
            <a:extLst>
              <a:ext uri="{FF2B5EF4-FFF2-40B4-BE49-F238E27FC236}">
                <a16:creationId xmlns:a16="http://schemas.microsoft.com/office/drawing/2014/main" id="{770AC922-6444-A942-98D8-039519360B14}"/>
              </a:ext>
            </a:extLst>
          </p:cNvPr>
          <p:cNvSpPr>
            <a:spLocks noGrp="1"/>
          </p:cNvSpPr>
          <p:nvPr>
            <p:ph sz="half" idx="1" hasCustomPrompt="1"/>
          </p:nvPr>
        </p:nvSpPr>
        <p:spPr>
          <a:xfrm>
            <a:off x="540000" y="2167200"/>
            <a:ext cx="3727200" cy="2590800"/>
          </a:xfrm>
          <a:prstGeom prst="rect">
            <a:avLst/>
          </a:prstGeom>
        </p:spPr>
        <p:txBody>
          <a:bodyPr lIns="0" tIns="0" rIns="0" bIns="0"/>
          <a:lstStyle>
            <a:lvl1pPr marL="268288" indent="-261938">
              <a:buFont typeface="Symbol" pitchFamily="2" charset="2"/>
              <a:buChar char="-"/>
              <a:tabLst/>
              <a:defRPr sz="2000">
                <a:latin typeface="Arial" panose="020B0604020202020204" pitchFamily="34" charset="0"/>
                <a:cs typeface="Arial" panose="020B0604020202020204" pitchFamily="34" charset="0"/>
              </a:defRPr>
            </a:lvl1pPr>
            <a:lvl2pPr marL="268288" indent="-261938">
              <a:buFont typeface="Symbol" pitchFamily="2" charset="2"/>
              <a:buChar char="-"/>
              <a:tabLst/>
              <a:defRPr sz="2400">
                <a:latin typeface="Arial" panose="020B0604020202020204" pitchFamily="34" charset="0"/>
                <a:cs typeface="Arial" panose="020B0604020202020204" pitchFamily="34" charset="0"/>
              </a:defRPr>
            </a:lvl2pPr>
            <a:lvl3pPr marL="666750" indent="-222250">
              <a:buFont typeface="Symbol" pitchFamily="2" charset="2"/>
              <a:buChar char="-"/>
              <a:tabLst/>
              <a:defRPr sz="1800">
                <a:latin typeface="Arial" panose="020B0604020202020204" pitchFamily="34" charset="0"/>
                <a:cs typeface="Arial" panose="020B0604020202020204" pitchFamily="34" charset="0"/>
              </a:defRPr>
            </a:lvl3pPr>
            <a:lvl4pPr marL="1069975" indent="-180975">
              <a:buFont typeface="Symbol" pitchFamily="2" charset="2"/>
              <a:buChar char="-"/>
              <a:tabLst/>
              <a:defRPr sz="1600">
                <a:latin typeface="Arial" panose="020B0604020202020204" pitchFamily="34" charset="0"/>
                <a:cs typeface="Arial" panose="020B0604020202020204" pitchFamily="34" charset="0"/>
              </a:defRPr>
            </a:lvl4pPr>
            <a:lvl5pPr marL="1828800" indent="0">
              <a:buNone/>
              <a:defRPr sz="1800"/>
            </a:lvl5pPr>
            <a:lvl6pPr>
              <a:defRPr sz="1800"/>
            </a:lvl6pPr>
            <a:lvl7pPr>
              <a:defRPr sz="1800"/>
            </a:lvl7pPr>
            <a:lvl8pPr>
              <a:defRPr sz="1800"/>
            </a:lvl8pPr>
            <a:lvl9pPr>
              <a:defRPr sz="1800"/>
            </a:lvl9pPr>
          </a:lstStyle>
          <a:p>
            <a:pPr lvl="0"/>
            <a:r>
              <a:rPr lang="de-DE" dirty="0"/>
              <a:t>1. Ebene 20pt.</a:t>
            </a:r>
          </a:p>
          <a:p>
            <a:pPr lvl="2"/>
            <a:r>
              <a:rPr lang="de-DE" dirty="0"/>
              <a:t>2. Ebene 18pt.</a:t>
            </a:r>
          </a:p>
          <a:p>
            <a:pPr lvl="2"/>
            <a:r>
              <a:rPr lang="de-DE" dirty="0"/>
              <a:t>2. Ebene</a:t>
            </a:r>
          </a:p>
          <a:p>
            <a:pPr lvl="3"/>
            <a:r>
              <a:rPr lang="de-DE" dirty="0"/>
              <a:t>3. Ebene 16pt.</a:t>
            </a:r>
          </a:p>
          <a:p>
            <a:pPr lvl="3"/>
            <a:r>
              <a:rPr lang="de-DE" dirty="0"/>
              <a:t>3. Ebene</a:t>
            </a:r>
          </a:p>
          <a:p>
            <a:pPr lvl="3"/>
            <a:r>
              <a:rPr lang="de-DE" dirty="0"/>
              <a:t>3. Ebene</a:t>
            </a:r>
            <a:endParaRPr lang="de-CH" dirty="0"/>
          </a:p>
          <a:p>
            <a:pPr lvl="3"/>
            <a:endParaRPr lang="de-CH" dirty="0"/>
          </a:p>
        </p:txBody>
      </p:sp>
      <p:sp>
        <p:nvSpPr>
          <p:cNvPr id="7" name="Inhaltsplatzhalter 2">
            <a:extLst>
              <a:ext uri="{FF2B5EF4-FFF2-40B4-BE49-F238E27FC236}">
                <a16:creationId xmlns:a16="http://schemas.microsoft.com/office/drawing/2014/main" id="{F2B75F21-AF2E-9341-B9E7-91E3CDFAE52D}"/>
              </a:ext>
            </a:extLst>
          </p:cNvPr>
          <p:cNvSpPr>
            <a:spLocks noGrp="1"/>
          </p:cNvSpPr>
          <p:nvPr>
            <p:ph sz="half" idx="21" hasCustomPrompt="1"/>
          </p:nvPr>
        </p:nvSpPr>
        <p:spPr>
          <a:xfrm>
            <a:off x="4876800" y="2167200"/>
            <a:ext cx="3727200" cy="2590800"/>
          </a:xfrm>
          <a:prstGeom prst="rect">
            <a:avLst/>
          </a:prstGeom>
        </p:spPr>
        <p:txBody>
          <a:bodyPr lIns="0" tIns="0" rIns="0" bIns="0"/>
          <a:lstStyle>
            <a:lvl1pPr marL="268288" indent="-261938">
              <a:buFont typeface="Symbol" pitchFamily="2" charset="2"/>
              <a:buChar char="-"/>
              <a:tabLst/>
              <a:defRPr sz="2000">
                <a:latin typeface="Arial" panose="020B0604020202020204" pitchFamily="34" charset="0"/>
                <a:cs typeface="Arial" panose="020B0604020202020204" pitchFamily="34" charset="0"/>
              </a:defRPr>
            </a:lvl1pPr>
            <a:lvl2pPr marL="268288" indent="-261938">
              <a:buFont typeface="Symbol" pitchFamily="2" charset="2"/>
              <a:buChar char="-"/>
              <a:tabLst/>
              <a:defRPr sz="2400">
                <a:latin typeface="Arial" panose="020B0604020202020204" pitchFamily="34" charset="0"/>
                <a:cs typeface="Arial" panose="020B0604020202020204" pitchFamily="34" charset="0"/>
              </a:defRPr>
            </a:lvl2pPr>
            <a:lvl3pPr marL="666750" indent="-222250">
              <a:buFont typeface="Symbol" pitchFamily="2" charset="2"/>
              <a:buChar char="-"/>
              <a:tabLst/>
              <a:defRPr sz="1800">
                <a:latin typeface="Arial" panose="020B0604020202020204" pitchFamily="34" charset="0"/>
                <a:cs typeface="Arial" panose="020B0604020202020204" pitchFamily="34" charset="0"/>
              </a:defRPr>
            </a:lvl3pPr>
            <a:lvl4pPr marL="1069975" indent="-176213">
              <a:buFont typeface="Symbol" pitchFamily="2" charset="2"/>
              <a:buChar char="-"/>
              <a:tabLst/>
              <a:defRPr sz="1600">
                <a:latin typeface="Arial" panose="020B0604020202020204" pitchFamily="34" charset="0"/>
                <a:cs typeface="Arial" panose="020B0604020202020204" pitchFamily="34" charset="0"/>
              </a:defRPr>
            </a:lvl4pPr>
            <a:lvl5pPr marL="1828800" indent="0">
              <a:buNone/>
              <a:defRPr sz="1800"/>
            </a:lvl5pPr>
            <a:lvl6pPr>
              <a:defRPr sz="1800"/>
            </a:lvl6pPr>
            <a:lvl7pPr>
              <a:defRPr sz="1800"/>
            </a:lvl7pPr>
            <a:lvl8pPr>
              <a:defRPr sz="1800"/>
            </a:lvl8pPr>
            <a:lvl9pPr>
              <a:defRPr sz="1800"/>
            </a:lvl9pPr>
          </a:lstStyle>
          <a:p>
            <a:pPr lvl="0"/>
            <a:r>
              <a:rPr lang="de-DE" dirty="0"/>
              <a:t>1. Ebene 20pt.</a:t>
            </a:r>
          </a:p>
          <a:p>
            <a:pPr lvl="2"/>
            <a:r>
              <a:rPr lang="de-DE" dirty="0"/>
              <a:t>2. Ebene 18pt.</a:t>
            </a:r>
          </a:p>
          <a:p>
            <a:pPr lvl="2"/>
            <a:r>
              <a:rPr lang="de-DE" dirty="0"/>
              <a:t>2. Ebene</a:t>
            </a:r>
          </a:p>
          <a:p>
            <a:pPr lvl="3"/>
            <a:r>
              <a:rPr lang="de-DE" dirty="0"/>
              <a:t>3. Ebene 16pt.</a:t>
            </a:r>
          </a:p>
          <a:p>
            <a:pPr lvl="3"/>
            <a:r>
              <a:rPr lang="de-DE" dirty="0"/>
              <a:t>3. Ebene</a:t>
            </a:r>
          </a:p>
          <a:p>
            <a:pPr lvl="3"/>
            <a:r>
              <a:rPr lang="de-DE" dirty="0"/>
              <a:t>3. Ebene</a:t>
            </a:r>
            <a:endParaRPr lang="de-CH" dirty="0"/>
          </a:p>
          <a:p>
            <a:pPr lvl="3"/>
            <a:endParaRPr lang="de-CH" dirty="0"/>
          </a:p>
        </p:txBody>
      </p:sp>
    </p:spTree>
    <p:extLst>
      <p:ext uri="{BB962C8B-B14F-4D97-AF65-F5344CB8AC3E}">
        <p14:creationId xmlns:p14="http://schemas.microsoft.com/office/powerpoint/2010/main" val="1564147237"/>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 Text-Folie mit Bild">
    <p:spTree>
      <p:nvGrpSpPr>
        <p:cNvPr id="1" name=""/>
        <p:cNvGrpSpPr/>
        <p:nvPr/>
      </p:nvGrpSpPr>
      <p:grpSpPr>
        <a:xfrm>
          <a:off x="0" y="0"/>
          <a:ext cx="0" cy="0"/>
          <a:chOff x="0" y="0"/>
          <a:chExt cx="0" cy="0"/>
        </a:xfrm>
      </p:grpSpPr>
      <p:sp>
        <p:nvSpPr>
          <p:cNvPr id="13" name="Inhaltsplatzhalter 2">
            <a:extLst>
              <a:ext uri="{FF2B5EF4-FFF2-40B4-BE49-F238E27FC236}">
                <a16:creationId xmlns:a16="http://schemas.microsoft.com/office/drawing/2014/main" id="{66E1B1B3-D081-AB43-BE21-0F61E2F2D9D8}"/>
              </a:ext>
            </a:extLst>
          </p:cNvPr>
          <p:cNvSpPr>
            <a:spLocks noGrp="1"/>
          </p:cNvSpPr>
          <p:nvPr>
            <p:ph sz="half" idx="1" hasCustomPrompt="1"/>
          </p:nvPr>
        </p:nvSpPr>
        <p:spPr>
          <a:xfrm>
            <a:off x="4572000" y="1925998"/>
            <a:ext cx="4572000" cy="3060000"/>
          </a:xfrm>
          <a:prstGeom prst="rect">
            <a:avLst/>
          </a:prstGeom>
          <a:solidFill>
            <a:schemeClr val="bg1">
              <a:lumMod val="7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12.7 (b) x 8.5 (h) cm </a:t>
            </a:r>
          </a:p>
        </p:txBody>
      </p:sp>
      <p:sp>
        <p:nvSpPr>
          <p:cNvPr id="4" name="Textplatzhalter 2">
            <a:extLst>
              <a:ext uri="{FF2B5EF4-FFF2-40B4-BE49-F238E27FC236}">
                <a16:creationId xmlns:a16="http://schemas.microsoft.com/office/drawing/2014/main" id="{E8DF8EC7-1228-E54F-AEA8-B9FA57ED0474}"/>
              </a:ext>
            </a:extLst>
          </p:cNvPr>
          <p:cNvSpPr>
            <a:spLocks noGrp="1"/>
          </p:cNvSpPr>
          <p:nvPr>
            <p:ph type="body" idx="11" hasCustomPrompt="1"/>
          </p:nvPr>
        </p:nvSpPr>
        <p:spPr>
          <a:xfrm>
            <a:off x="540000" y="1170000"/>
            <a:ext cx="7020000" cy="410369"/>
          </a:xfrm>
          <a:prstGeom prst="rect">
            <a:avLst/>
          </a:prstGeom>
        </p:spPr>
        <p:txBody>
          <a:bodyPr lIns="0" tIns="0" rIns="0" bIns="0" anchor="t">
            <a:spAutoFit/>
          </a:bodyPr>
          <a:lstStyle>
            <a:lvl1pPr marL="0" indent="0">
              <a:lnSpc>
                <a:spcPts val="3200"/>
              </a:lnSpc>
              <a:spcBef>
                <a:spcPts val="0"/>
              </a:spcBef>
              <a:buNone/>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17" name="Textplatzhalter 16">
            <a:extLst>
              <a:ext uri="{FF2B5EF4-FFF2-40B4-BE49-F238E27FC236}">
                <a16:creationId xmlns:a16="http://schemas.microsoft.com/office/drawing/2014/main" id="{723164D8-30C4-CA40-B858-A93802E24BA8}"/>
              </a:ext>
            </a:extLst>
          </p:cNvPr>
          <p:cNvSpPr>
            <a:spLocks noGrp="1"/>
          </p:cNvSpPr>
          <p:nvPr>
            <p:ph type="body" sz="quarter" idx="16" hasCustomPrompt="1"/>
          </p:nvPr>
        </p:nvSpPr>
        <p:spPr>
          <a:xfrm>
            <a:off x="540000" y="2160000"/>
            <a:ext cx="3726000" cy="180000"/>
          </a:xfrm>
          <a:prstGeom prst="rect">
            <a:avLst/>
          </a:prstGeom>
        </p:spPr>
        <p:txBody>
          <a:bodyPr lIns="0" tIns="0" rIns="0" bIns="0"/>
          <a:lstStyle>
            <a:lvl1pPr>
              <a:lnSpc>
                <a:spcPts val="1800"/>
              </a:lnSpc>
              <a:spcBef>
                <a:spcPts val="0"/>
              </a:spcBef>
              <a:defRPr sz="1600" b="1">
                <a:latin typeface="Arial" panose="020B0604020202020204" pitchFamily="34" charset="0"/>
                <a:cs typeface="Arial" panose="020B0604020202020204" pitchFamily="34" charset="0"/>
              </a:defRPr>
            </a:lvl1pPr>
          </a:lstStyle>
          <a:p>
            <a:pPr lvl="0"/>
            <a:r>
              <a:rPr lang="de-DE" dirty="0"/>
              <a:t>Aussage 1: Arial Fett 16pt.</a:t>
            </a:r>
          </a:p>
        </p:txBody>
      </p:sp>
      <p:sp>
        <p:nvSpPr>
          <p:cNvPr id="18" name="Textplatzhalter 16">
            <a:extLst>
              <a:ext uri="{FF2B5EF4-FFF2-40B4-BE49-F238E27FC236}">
                <a16:creationId xmlns:a16="http://schemas.microsoft.com/office/drawing/2014/main" id="{B040411C-234A-814D-906D-923A34543F9B}"/>
              </a:ext>
            </a:extLst>
          </p:cNvPr>
          <p:cNvSpPr>
            <a:spLocks noGrp="1"/>
          </p:cNvSpPr>
          <p:nvPr>
            <p:ph type="body" sz="quarter" idx="17" hasCustomPrompt="1"/>
          </p:nvPr>
        </p:nvSpPr>
        <p:spPr>
          <a:xfrm>
            <a:off x="540000" y="2430000"/>
            <a:ext cx="3726000" cy="2340000"/>
          </a:xfrm>
          <a:prstGeom prst="rect">
            <a:avLst/>
          </a:prstGeom>
        </p:spPr>
        <p:txBody>
          <a:bodyPr lIns="0" tIns="0" rIns="0" bIns="0"/>
          <a:lstStyle>
            <a:lvl1pPr>
              <a:lnSpc>
                <a:spcPts val="2000"/>
              </a:lnSpc>
              <a:spcBef>
                <a:spcPts val="0"/>
              </a:spcBef>
              <a:defRPr sz="1600" b="0">
                <a:latin typeface="Arial" panose="020B0604020202020204" pitchFamily="34" charset="0"/>
                <a:cs typeface="Arial" panose="020B0604020202020204" pitchFamily="34" charset="0"/>
              </a:defRPr>
            </a:lvl1pPr>
          </a:lstStyle>
          <a:p>
            <a:pPr lvl="0"/>
            <a:r>
              <a:rPr lang="de-DE" dirty="0" err="1"/>
              <a:t>Fliesstext</a:t>
            </a:r>
            <a:r>
              <a:rPr lang="de-DE" dirty="0"/>
              <a:t> 1: Arial 16/20pt.</a:t>
            </a:r>
          </a:p>
        </p:txBody>
      </p:sp>
      <p:sp>
        <p:nvSpPr>
          <p:cNvPr id="22" name="Textplatzhalter 21">
            <a:extLst>
              <a:ext uri="{FF2B5EF4-FFF2-40B4-BE49-F238E27FC236}">
                <a16:creationId xmlns:a16="http://schemas.microsoft.com/office/drawing/2014/main" id="{3AE95407-6558-2D43-AAF2-1E121E6601AF}"/>
              </a:ext>
            </a:extLst>
          </p:cNvPr>
          <p:cNvSpPr>
            <a:spLocks noGrp="1"/>
          </p:cNvSpPr>
          <p:nvPr>
            <p:ph type="body" sz="quarter" idx="20" hasCustomPrompt="1"/>
          </p:nvPr>
        </p:nvSpPr>
        <p:spPr>
          <a:xfrm>
            <a:off x="540000" y="280800"/>
            <a:ext cx="7020000" cy="166199"/>
          </a:xfrm>
          <a:prstGeom prst="rect">
            <a:avLst/>
          </a:prstGeom>
        </p:spPr>
        <p:txBody>
          <a:bodyPr lIns="0" tIns="0" rIns="0" bIns="0">
            <a:spAutoFit/>
          </a:bodyPr>
          <a:lstStyle>
            <a:lvl1pPr marL="0" marR="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sz="1200">
                <a:latin typeface="Arial" panose="020B0604020202020204" pitchFamily="34" charset="0"/>
                <a:cs typeface="Arial" panose="020B0604020202020204" pitchFamily="34" charset="0"/>
              </a:defRPr>
            </a:lvl1pPr>
          </a:lstStyle>
          <a:p>
            <a:pPr marL="0" marR="0" lvl="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a:pPr>
            <a:r>
              <a:rPr lang="de-DE" dirty="0"/>
              <a:t>Inhalt aus Inhaltverzeichnis (Arial 12pt., schwarz, max. 1 Zeile)</a:t>
            </a:r>
          </a:p>
        </p:txBody>
      </p:sp>
      <p:sp>
        <p:nvSpPr>
          <p:cNvPr id="8" name="Titelplatzhalter 14">
            <a:extLst>
              <a:ext uri="{FF2B5EF4-FFF2-40B4-BE49-F238E27FC236}">
                <a16:creationId xmlns:a16="http://schemas.microsoft.com/office/drawing/2014/main" id="{5170EE32-28A9-F84A-AD01-7B8166009F81}"/>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4233781139"/>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a: Folie für Grafik/Bi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90318CE9-39BE-CB41-9E7E-545A530383E2}"/>
              </a:ext>
            </a:extLst>
          </p:cNvPr>
          <p:cNvSpPr>
            <a:spLocks noGrp="1"/>
          </p:cNvSpPr>
          <p:nvPr>
            <p:ph sz="half" idx="1" hasCustomPrompt="1"/>
          </p:nvPr>
        </p:nvSpPr>
        <p:spPr>
          <a:xfrm>
            <a:off x="0" y="1926000"/>
            <a:ext cx="9144000" cy="306000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8.5 (h) cm </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1170000"/>
            <a:ext cx="7020000" cy="410369"/>
          </a:xfrm>
          <a:prstGeom prst="rect">
            <a:avLst/>
          </a:prstGeom>
        </p:spPr>
        <p:txBody>
          <a:bodyPr lIns="0" tIns="0" rIns="0" bIns="0" anchor="t">
            <a:sp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8" name="Textplatzhalter 21">
            <a:extLst>
              <a:ext uri="{FF2B5EF4-FFF2-40B4-BE49-F238E27FC236}">
                <a16:creationId xmlns:a16="http://schemas.microsoft.com/office/drawing/2014/main" id="{601A40B5-7701-6547-8618-E74203A19E99}"/>
              </a:ext>
            </a:extLst>
          </p:cNvPr>
          <p:cNvSpPr>
            <a:spLocks noGrp="1"/>
          </p:cNvSpPr>
          <p:nvPr>
            <p:ph type="body" sz="quarter" idx="20" hasCustomPrompt="1"/>
          </p:nvPr>
        </p:nvSpPr>
        <p:spPr>
          <a:xfrm>
            <a:off x="540000" y="280800"/>
            <a:ext cx="7020000" cy="166199"/>
          </a:xfrm>
          <a:prstGeom prst="rect">
            <a:avLst/>
          </a:prstGeom>
        </p:spPr>
        <p:txBody>
          <a:bodyPr lIns="0" tIns="0" rIns="0" bIns="0">
            <a:spAutoFit/>
          </a:bodyPr>
          <a:lstStyle>
            <a:lvl1pPr marL="0" marR="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sz="1200">
                <a:latin typeface="Arial" panose="020B0604020202020204" pitchFamily="34" charset="0"/>
                <a:cs typeface="Arial" panose="020B0604020202020204" pitchFamily="34" charset="0"/>
              </a:defRPr>
            </a:lvl1pPr>
          </a:lstStyle>
          <a:p>
            <a:pPr marL="0" marR="0" lvl="0" indent="0" algn="l" defTabSz="914377" rtl="0" eaLnBrk="1" fontAlgn="auto" latinLnBrk="0" hangingPunct="1">
              <a:lnSpc>
                <a:spcPct val="90000"/>
              </a:lnSpc>
              <a:spcBef>
                <a:spcPts val="0"/>
              </a:spcBef>
              <a:spcAft>
                <a:spcPts val="0"/>
              </a:spcAft>
              <a:buClrTx/>
              <a:buSzTx/>
              <a:buFont typeface="Arial" panose="020B0604020202020204" pitchFamily="34" charset="0"/>
              <a:buNone/>
              <a:tabLst/>
              <a:defRPr/>
            </a:pPr>
            <a:r>
              <a:rPr lang="de-DE" dirty="0"/>
              <a:t>Inhalt aus Inhaltverzeichnis (Arial 12pt., schwarz, max. 1 Zeile)</a:t>
            </a:r>
          </a:p>
        </p:txBody>
      </p:sp>
      <p:sp>
        <p:nvSpPr>
          <p:cNvPr id="7" name="Titelplatzhalter 14">
            <a:extLst>
              <a:ext uri="{FF2B5EF4-FFF2-40B4-BE49-F238E27FC236}">
                <a16:creationId xmlns:a16="http://schemas.microsoft.com/office/drawing/2014/main" id="{CF6356AF-957D-A241-82E4-5276EE95A84E}"/>
              </a:ext>
            </a:extLst>
          </p:cNvPr>
          <p:cNvSpPr>
            <a:spLocks noGrp="1"/>
          </p:cNvSpPr>
          <p:nvPr>
            <p:ph type="title" hasCustomPrompt="1"/>
          </p:nvPr>
        </p:nvSpPr>
        <p:spPr>
          <a:xfrm>
            <a:off x="540000" y="6804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2157838461"/>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b: Folie für Grafik/Bi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90318CE9-39BE-CB41-9E7E-545A530383E2}"/>
              </a:ext>
            </a:extLst>
          </p:cNvPr>
          <p:cNvSpPr>
            <a:spLocks noGrp="1"/>
          </p:cNvSpPr>
          <p:nvPr>
            <p:ph sz="half" idx="1" hasCustomPrompt="1"/>
          </p:nvPr>
        </p:nvSpPr>
        <p:spPr>
          <a:xfrm>
            <a:off x="0" y="1238250"/>
            <a:ext cx="9144000" cy="3747750"/>
          </a:xfrm>
          <a:prstGeom prst="rect">
            <a:avLst/>
          </a:prstGeom>
          <a:solidFill>
            <a:schemeClr val="bg1">
              <a:lumMod val="85000"/>
            </a:schemeClr>
          </a:solidFill>
        </p:spPr>
        <p:txBody>
          <a:bodyPr lIns="0" tIns="0" rIns="0" bIns="0"/>
          <a:lstStyle>
            <a:lvl1pPr marL="0" indent="0">
              <a:buNone/>
              <a:defRPr sz="2000">
                <a:latin typeface="Arial" panose="020B0604020202020204" pitchFamily="34" charset="0"/>
                <a:cs typeface="Arial" panose="020B0604020202020204" pitchFamily="34" charset="0"/>
              </a:defRPr>
            </a:lvl1pPr>
          </a:lstStyle>
          <a:p>
            <a:pPr lvl="0"/>
            <a:r>
              <a:rPr lang="de-DE" dirty="0"/>
              <a:t>        Media Platzhalter: 25.4 (b) x 8.5 (h) cm </a:t>
            </a:r>
          </a:p>
        </p:txBody>
      </p:sp>
      <p:sp>
        <p:nvSpPr>
          <p:cNvPr id="5" name="Textplatzhalter 2">
            <a:extLst>
              <a:ext uri="{FF2B5EF4-FFF2-40B4-BE49-F238E27FC236}">
                <a16:creationId xmlns:a16="http://schemas.microsoft.com/office/drawing/2014/main" id="{4A7E35E8-11B1-964A-B3B7-ABCDE11750B9}"/>
              </a:ext>
            </a:extLst>
          </p:cNvPr>
          <p:cNvSpPr>
            <a:spLocks noGrp="1"/>
          </p:cNvSpPr>
          <p:nvPr>
            <p:ph type="body" idx="11" hasCustomPrompt="1"/>
          </p:nvPr>
        </p:nvSpPr>
        <p:spPr>
          <a:xfrm>
            <a:off x="540000" y="680400"/>
            <a:ext cx="7020000" cy="410369"/>
          </a:xfrm>
          <a:prstGeom prst="rect">
            <a:avLst/>
          </a:prstGeom>
        </p:spPr>
        <p:txBody>
          <a:bodyPr lIns="0" tIns="0" rIns="0" bIns="0" anchor="t">
            <a:spAutoFit/>
          </a:bodyPr>
          <a:lstStyle>
            <a:lvl1pPr marL="0" marR="0" indent="0" algn="l" defTabSz="914377" rtl="0" eaLnBrk="1" fontAlgn="auto" latinLnBrk="0" hangingPunct="1">
              <a:lnSpc>
                <a:spcPts val="3200"/>
              </a:lnSpc>
              <a:spcBef>
                <a:spcPts val="0"/>
              </a:spcBef>
              <a:spcAft>
                <a:spcPts val="0"/>
              </a:spcAft>
              <a:buClrTx/>
              <a:buSzTx/>
              <a:buFont typeface="Arial" panose="020B0604020202020204" pitchFamily="34" charset="0"/>
              <a:buNone/>
              <a:tabLst/>
              <a:defRPr sz="2800">
                <a:solidFill>
                  <a:schemeClr val="tx1"/>
                </a:solidFill>
                <a:latin typeface="Arial" panose="020B0604020202020204" pitchFamily="34" charset="0"/>
                <a:cs typeface="Arial" panose="020B0604020202020204" pitchFamily="34" charset="0"/>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de-DE" dirty="0"/>
              <a:t>Titel B (Arial 28pt., schwarz, max. 1 Zeile) </a:t>
            </a:r>
          </a:p>
        </p:txBody>
      </p:sp>
      <p:sp>
        <p:nvSpPr>
          <p:cNvPr id="7" name="Titelplatzhalter 14">
            <a:extLst>
              <a:ext uri="{FF2B5EF4-FFF2-40B4-BE49-F238E27FC236}">
                <a16:creationId xmlns:a16="http://schemas.microsoft.com/office/drawing/2014/main" id="{CF6356AF-957D-A241-82E4-5276EE95A84E}"/>
              </a:ext>
            </a:extLst>
          </p:cNvPr>
          <p:cNvSpPr>
            <a:spLocks noGrp="1"/>
          </p:cNvSpPr>
          <p:nvPr>
            <p:ph type="title" hasCustomPrompt="1"/>
          </p:nvPr>
        </p:nvSpPr>
        <p:spPr>
          <a:xfrm>
            <a:off x="540000" y="187200"/>
            <a:ext cx="7020000" cy="410369"/>
          </a:xfrm>
          <a:prstGeom prst="rect">
            <a:avLst/>
          </a:prstGeom>
        </p:spPr>
        <p:txBody>
          <a:bodyPr vert="horz" lIns="0" tIns="0" rIns="0" bIns="0" rtlCol="0" anchor="t">
            <a:spAutoFit/>
          </a:bodyPr>
          <a:lstStyle>
            <a:lvl1pPr>
              <a:defRPr/>
            </a:lvl1pPr>
          </a:lstStyle>
          <a:p>
            <a:r>
              <a:rPr lang="de-DE" dirty="0"/>
              <a:t>Titel A (Arial 28pt., rot, max. 1 Zeile) </a:t>
            </a:r>
          </a:p>
        </p:txBody>
      </p:sp>
    </p:spTree>
    <p:extLst>
      <p:ext uri="{BB962C8B-B14F-4D97-AF65-F5344CB8AC3E}">
        <p14:creationId xmlns:p14="http://schemas.microsoft.com/office/powerpoint/2010/main" val="3218821691"/>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uildlines: Titel">
    <p:spTree>
      <p:nvGrpSpPr>
        <p:cNvPr id="1" name=""/>
        <p:cNvGrpSpPr/>
        <p:nvPr/>
      </p:nvGrpSpPr>
      <p:grpSpPr>
        <a:xfrm>
          <a:off x="0" y="0"/>
          <a:ext cx="0" cy="0"/>
          <a:chOff x="0" y="0"/>
          <a:chExt cx="0" cy="0"/>
        </a:xfrm>
      </p:grpSpPr>
      <p:sp>
        <p:nvSpPr>
          <p:cNvPr id="3" name="Titel 1">
            <a:extLst>
              <a:ext uri="{FF2B5EF4-FFF2-40B4-BE49-F238E27FC236}">
                <a16:creationId xmlns:a16="http://schemas.microsoft.com/office/drawing/2014/main" id="{14C16497-A32C-7C4C-AA22-3A67A5394F28}"/>
              </a:ext>
            </a:extLst>
          </p:cNvPr>
          <p:cNvSpPr txBox="1">
            <a:spLocks noGrp="1" noSelect="1" noRot="1" noMove="1" noResize="1" noEditPoints="1" noAdjustHandles="1" noChangeArrowheads="1" noChangeShapeType="1" noTextEdit="1"/>
          </p:cNvSpPr>
          <p:nvPr userDrawn="1">
            <p:custDataLst>
              <p:tags r:id="rId1"/>
            </p:custDataLst>
          </p:nvPr>
        </p:nvSpPr>
        <p:spPr>
          <a:xfrm>
            <a:off x="540000" y="1220400"/>
            <a:ext cx="7020000" cy="900000"/>
          </a:xfrm>
          <a:prstGeom prst="rect">
            <a:avLst/>
          </a:prstGeom>
        </p:spPr>
        <p:txBody>
          <a:bodyPr vert="horz" lIns="0" tIns="0" rIns="0" bIns="0" rtlCol="0" anchor="b" anchorCtr="0">
            <a:noAutofit/>
          </a:bodyPr>
          <a:lst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a:lstStyle>
          <a:p>
            <a:r>
              <a:rPr lang="de-DE" dirty="0" err="1"/>
              <a:t>UniBE</a:t>
            </a:r>
            <a:r>
              <a:rPr lang="de-DE" dirty="0"/>
              <a:t> PowerPoint Präsentation</a:t>
            </a:r>
          </a:p>
        </p:txBody>
      </p:sp>
      <p:sp>
        <p:nvSpPr>
          <p:cNvPr id="7" name="Textfeld 6">
            <a:extLst>
              <a:ext uri="{FF2B5EF4-FFF2-40B4-BE49-F238E27FC236}">
                <a16:creationId xmlns:a16="http://schemas.microsoft.com/office/drawing/2014/main" id="{EC88497A-C10F-C242-9121-2FA1817FF8DE}"/>
              </a:ext>
            </a:extLst>
          </p:cNvPr>
          <p:cNvSpPr txBox="1">
            <a:spLocks noGrp="1" noSelect="1" noRot="1" noMove="1" noResize="1" noEditPoints="1" noAdjustHandles="1" noChangeArrowheads="1" noChangeShapeType="1" noTextEdit="1"/>
          </p:cNvSpPr>
          <p:nvPr userDrawn="1">
            <p:custDataLst>
              <p:tags r:id="rId2"/>
            </p:custDataLst>
          </p:nvPr>
        </p:nvSpPr>
        <p:spPr>
          <a:xfrm>
            <a:off x="540000" y="2203200"/>
            <a:ext cx="7020000" cy="90000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CH" sz="2800" dirty="0">
                <a:latin typeface="Arial" panose="020B0604020202020204" pitchFamily="34" charset="0"/>
                <a:cs typeface="Arial" panose="020B0604020202020204" pitchFamily="34" charset="0"/>
              </a:rPr>
              <a:t>Guidelines und Vorlagen: Mini Version</a:t>
            </a:r>
          </a:p>
        </p:txBody>
      </p:sp>
      <p:sp>
        <p:nvSpPr>
          <p:cNvPr id="8" name="Textfeld 7">
            <a:extLst>
              <a:ext uri="{FF2B5EF4-FFF2-40B4-BE49-F238E27FC236}">
                <a16:creationId xmlns:a16="http://schemas.microsoft.com/office/drawing/2014/main" id="{FB046D8A-2D5D-3944-B02F-74314F7A516F}"/>
              </a:ext>
            </a:extLst>
          </p:cNvPr>
          <p:cNvSpPr txBox="1">
            <a:spLocks noGrp="1" noSelect="1" noRot="1" noMove="1" noResize="1" noEditPoints="1" noAdjustHandles="1" noChangeArrowheads="1" noChangeShapeType="1" noTextEdit="1"/>
          </p:cNvSpPr>
          <p:nvPr userDrawn="1">
            <p:custDataLst>
              <p:tags r:id="rId3"/>
            </p:custDataLst>
          </p:nvPr>
        </p:nvSpPr>
        <p:spPr>
          <a:xfrm>
            <a:off x="540000" y="3564000"/>
            <a:ext cx="7020000" cy="180000"/>
          </a:xfrm>
          <a:prstGeom prst="rect">
            <a:avLst/>
          </a:prstGeom>
          <a:noFill/>
        </p:spPr>
        <p:txBody>
          <a:bodyPr wrap="non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400" b="1" i="0" dirty="0">
                <a:latin typeface="Arial" panose="020B0604020202020204" pitchFamily="34" charset="0"/>
                <a:cs typeface="Arial" panose="020B0604020202020204" pitchFamily="34" charset="0"/>
              </a:rPr>
              <a:t>Abteilung Marketing und Kommunikation</a:t>
            </a:r>
          </a:p>
        </p:txBody>
      </p:sp>
      <p:sp>
        <p:nvSpPr>
          <p:cNvPr id="9" name="Textfeld 8">
            <a:extLst>
              <a:ext uri="{FF2B5EF4-FFF2-40B4-BE49-F238E27FC236}">
                <a16:creationId xmlns:a16="http://schemas.microsoft.com/office/drawing/2014/main" id="{18769F7C-1529-394B-918C-BF53204833AB}"/>
              </a:ext>
            </a:extLst>
          </p:cNvPr>
          <p:cNvSpPr txBox="1">
            <a:spLocks noGrp="1" noSelect="1" noRot="1" noMove="1" noResize="1" noEditPoints="1" noAdjustHandles="1" noChangeArrowheads="1" noChangeShapeType="1" noTextEdit="1"/>
          </p:cNvSpPr>
          <p:nvPr userDrawn="1">
            <p:custDataLst>
              <p:tags r:id="rId4"/>
            </p:custDataLst>
          </p:nvPr>
        </p:nvSpPr>
        <p:spPr>
          <a:xfrm>
            <a:off x="540000" y="3834000"/>
            <a:ext cx="7020000" cy="180000"/>
          </a:xfrm>
          <a:prstGeom prst="rect">
            <a:avLst/>
          </a:prstGeom>
          <a:noFill/>
        </p:spPr>
        <p:txBody>
          <a:bodyPr wrap="none" lIns="0" tIns="0" rIns="0" bIns="0" rtlCol="0">
            <a:noAutofit/>
          </a:body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200" dirty="0">
                <a:solidFill>
                  <a:schemeClr val="tx1"/>
                </a:solidFill>
                <a:latin typeface="Arial" panose="020B0604020202020204" pitchFamily="34" charset="0"/>
                <a:cs typeface="Arial" panose="020B0604020202020204" pitchFamily="34" charset="0"/>
              </a:rPr>
              <a:t>Kontakt: </a:t>
            </a:r>
            <a:r>
              <a:rPr lang="de-DE" sz="1200" dirty="0" err="1">
                <a:solidFill>
                  <a:schemeClr val="tx1"/>
                </a:solidFill>
                <a:latin typeface="Arial" panose="020B0604020202020204" pitchFamily="34" charset="0"/>
                <a:cs typeface="Arial" panose="020B0604020202020204" pitchFamily="34" charset="0"/>
              </a:rPr>
              <a:t>kommunikation@unibe.ch</a:t>
            </a:r>
            <a:r>
              <a:rPr lang="de-DE" sz="1200" dirty="0">
                <a:solidFill>
                  <a:schemeClr val="tx1"/>
                </a:solidFill>
                <a:latin typeface="Arial" panose="020B0604020202020204" pitchFamily="34" charset="0"/>
                <a:cs typeface="Arial" panose="020B0604020202020204" pitchFamily="34" charset="0"/>
              </a:rPr>
              <a:t>, Tel. +41 31 631 80 44</a:t>
            </a:r>
          </a:p>
        </p:txBody>
      </p:sp>
    </p:spTree>
    <p:extLst>
      <p:ext uri="{BB962C8B-B14F-4D97-AF65-F5344CB8AC3E}">
        <p14:creationId xmlns:p14="http://schemas.microsoft.com/office/powerpoint/2010/main" val="53875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uildlines: Ressourcen">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490FFC40-EB43-8445-ADDB-1EB6EA3CDAFF}"/>
              </a:ext>
            </a:extLst>
          </p:cNvPr>
          <p:cNvSpPr txBox="1">
            <a:spLocks noGrp="1" noSelect="1" noRot="1" noMove="1" noResize="1" noEditPoints="1" noAdjustHandles="1" noChangeArrowheads="1" noChangeShapeType="1" noTextEdit="1"/>
          </p:cNvSpPr>
          <p:nvPr userDrawn="1">
            <p:custDataLst>
              <p:tags r:id="rId1"/>
            </p:custDataLst>
          </p:nvPr>
        </p:nvSpPr>
        <p:spPr>
          <a:xfrm>
            <a:off x="540000" y="1872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CH" sz="2800" kern="1200" dirty="0">
                <a:solidFill>
                  <a:srgbClr val="E6002E"/>
                </a:solidFill>
                <a:effectLst/>
                <a:latin typeface="Arial" panose="020B0604020202020204" pitchFamily="34" charset="0"/>
                <a:ea typeface="+mj-ea"/>
                <a:cs typeface="Arial" panose="020B0604020202020204" pitchFamily="34" charset="0"/>
              </a:rPr>
              <a:t>Guidelines</a:t>
            </a:r>
          </a:p>
        </p:txBody>
      </p:sp>
      <p:sp>
        <p:nvSpPr>
          <p:cNvPr id="16" name="Titelplatzhalter 14">
            <a:extLst>
              <a:ext uri="{FF2B5EF4-FFF2-40B4-BE49-F238E27FC236}">
                <a16:creationId xmlns:a16="http://schemas.microsoft.com/office/drawing/2014/main" id="{42BFD9EF-F981-634F-ACF1-E740654460D6}"/>
              </a:ext>
            </a:extLst>
          </p:cNvPr>
          <p:cNvSpPr txBox="1">
            <a:spLocks noGrp="1" noSelect="1" noRot="1" noMove="1" noResize="1" noEditPoints="1" noAdjustHandles="1" noChangeArrowheads="1" noChangeShapeType="1" noTextEdit="1"/>
          </p:cNvSpPr>
          <p:nvPr userDrawn="1">
            <p:custDataLst>
              <p:tags r:id="rId2"/>
            </p:custDataLst>
          </p:nvPr>
        </p:nvSpPr>
        <p:spPr>
          <a:xfrm>
            <a:off x="540000" y="6804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DE" dirty="0">
                <a:solidFill>
                  <a:schemeClr val="tx1"/>
                </a:solidFill>
              </a:rPr>
              <a:t>Auszeichnungen</a:t>
            </a:r>
          </a:p>
        </p:txBody>
      </p:sp>
      <p:sp>
        <p:nvSpPr>
          <p:cNvPr id="18" name="Titelplatzhalter 14">
            <a:extLst>
              <a:ext uri="{FF2B5EF4-FFF2-40B4-BE49-F238E27FC236}">
                <a16:creationId xmlns:a16="http://schemas.microsoft.com/office/drawing/2014/main" id="{5C76C480-E04E-D446-BBD5-9313C9BAB514}"/>
              </a:ext>
            </a:extLst>
          </p:cNvPr>
          <p:cNvSpPr txBox="1">
            <a:spLocks noGrp="1" noSelect="1" noRot="1" noMove="1" noResize="1" noEditPoints="1" noAdjustHandles="1" noChangeArrowheads="1" noChangeShapeType="1" noTextEdit="1"/>
          </p:cNvSpPr>
          <p:nvPr userDrawn="1">
            <p:custDataLst>
              <p:tags r:id="rId3"/>
            </p:custDataLst>
          </p:nvPr>
        </p:nvSpPr>
        <p:spPr>
          <a:xfrm>
            <a:off x="540000" y="1200150"/>
            <a:ext cx="7020000" cy="564257"/>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2000"/>
              </a:lnSpc>
            </a:pPr>
            <a:r>
              <a:rPr lang="de-DE" sz="1600" dirty="0">
                <a:solidFill>
                  <a:schemeClr val="tx1"/>
                </a:solidFill>
              </a:rPr>
              <a:t>Kopieren und Einfügen Piktogramme mit/ohne Definition</a:t>
            </a:r>
          </a:p>
          <a:p>
            <a:pPr>
              <a:lnSpc>
                <a:spcPts val="1200"/>
              </a:lnSpc>
            </a:pPr>
            <a:r>
              <a:rPr lang="de-CH" sz="1000" dirty="0">
                <a:solidFill>
                  <a:schemeClr val="tx1"/>
                </a:solidFill>
              </a:rPr>
              <a:t>Wenn Sie einen Inhalt besonders betonen oder sonst hervorheben wollen, stehen Ihnen </a:t>
            </a:r>
          </a:p>
          <a:p>
            <a:pPr>
              <a:lnSpc>
                <a:spcPts val="1200"/>
              </a:lnSpc>
            </a:pPr>
            <a:r>
              <a:rPr lang="de-CH" sz="1000" dirty="0">
                <a:solidFill>
                  <a:schemeClr val="tx1"/>
                </a:solidFill>
              </a:rPr>
              <a:t>folgende Piktogramme zur Verfügung. Sie können sie mit oder ohne Text verwenden.</a:t>
            </a:r>
            <a:endParaRPr lang="de-DE" sz="1000" dirty="0">
              <a:solidFill>
                <a:schemeClr val="tx1"/>
              </a:solidFill>
            </a:endParaRPr>
          </a:p>
        </p:txBody>
      </p:sp>
    </p:spTree>
    <p:extLst>
      <p:ext uri="{BB962C8B-B14F-4D97-AF65-F5344CB8AC3E}">
        <p14:creationId xmlns:p14="http://schemas.microsoft.com/office/powerpoint/2010/main" val="3607737741"/>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uidlines: Design">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490FFC40-EB43-8445-ADDB-1EB6EA3CDAFF}"/>
              </a:ext>
            </a:extLst>
          </p:cNvPr>
          <p:cNvSpPr txBox="1">
            <a:spLocks noGrp="1" noSelect="1" noRot="1" noMove="1" noResize="1" noEditPoints="1" noAdjustHandles="1" noChangeArrowheads="1" noChangeShapeType="1" noTextEdit="1"/>
          </p:cNvSpPr>
          <p:nvPr userDrawn="1">
            <p:custDataLst>
              <p:tags r:id="rId1"/>
            </p:custDataLst>
          </p:nvPr>
        </p:nvSpPr>
        <p:spPr>
          <a:xfrm>
            <a:off x="540000" y="1872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CH" sz="2800" kern="1200" dirty="0">
                <a:solidFill>
                  <a:srgbClr val="E6002E"/>
                </a:solidFill>
                <a:effectLst/>
                <a:latin typeface="Arial" panose="020B0604020202020204" pitchFamily="34" charset="0"/>
                <a:ea typeface="+mj-ea"/>
                <a:cs typeface="Arial" panose="020B0604020202020204" pitchFamily="34" charset="0"/>
              </a:rPr>
              <a:t>Inhaltliche Guidelines 3</a:t>
            </a:r>
          </a:p>
        </p:txBody>
      </p:sp>
      <p:sp>
        <p:nvSpPr>
          <p:cNvPr id="5" name="Titelplatzhalter 14">
            <a:extLst>
              <a:ext uri="{FF2B5EF4-FFF2-40B4-BE49-F238E27FC236}">
                <a16:creationId xmlns:a16="http://schemas.microsoft.com/office/drawing/2014/main" id="{E84A9D7B-50BC-C44F-8802-31714A1943F3}"/>
              </a:ext>
            </a:extLst>
          </p:cNvPr>
          <p:cNvSpPr txBox="1">
            <a:spLocks noGrp="1" noSelect="1" noRot="1" noMove="1" noResize="1" noEditPoints="1" noAdjustHandles="1" noChangeArrowheads="1" noChangeShapeType="1" noTextEdit="1"/>
          </p:cNvSpPr>
          <p:nvPr userDrawn="1">
            <p:custDataLst>
              <p:tags r:id="rId2"/>
            </p:custDataLst>
          </p:nvPr>
        </p:nvSpPr>
        <p:spPr>
          <a:xfrm>
            <a:off x="540000" y="680400"/>
            <a:ext cx="7020000" cy="410369"/>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r>
              <a:rPr lang="de-DE" dirty="0">
                <a:solidFill>
                  <a:schemeClr val="tx1"/>
                </a:solidFill>
              </a:rPr>
              <a:t>Logo, Schrift, Farben und Typografie</a:t>
            </a:r>
          </a:p>
        </p:txBody>
      </p:sp>
      <p:sp>
        <p:nvSpPr>
          <p:cNvPr id="6" name="Titelplatzhalter 14">
            <a:extLst>
              <a:ext uri="{FF2B5EF4-FFF2-40B4-BE49-F238E27FC236}">
                <a16:creationId xmlns:a16="http://schemas.microsoft.com/office/drawing/2014/main" id="{EC272DF7-D34D-7546-A5CD-0E955FBF002B}"/>
              </a:ext>
            </a:extLst>
          </p:cNvPr>
          <p:cNvSpPr txBox="1">
            <a:spLocks noGrp="1" noSelect="1" noRot="1" noMove="1" noResize="1" noEditPoints="1" noAdjustHandles="1" noChangeArrowheads="1" noChangeShapeType="1" noTextEdit="1"/>
          </p:cNvSpPr>
          <p:nvPr userDrawn="1">
            <p:custDataLst>
              <p:tags r:id="rId3"/>
            </p:custDataLst>
          </p:nvPr>
        </p:nvSpPr>
        <p:spPr>
          <a:xfrm>
            <a:off x="540000" y="1350000"/>
            <a:ext cx="6480000" cy="3616375"/>
          </a:xfrm>
          <a:prstGeom prst="rect">
            <a:avLst/>
          </a:prstGeom>
        </p:spPr>
        <p:txBody>
          <a:bodyPr vert="horz"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2400"/>
              </a:lnSpc>
            </a:pPr>
            <a:r>
              <a:rPr lang="de-DE" sz="1400" dirty="0" err="1">
                <a:solidFill>
                  <a:schemeClr val="tx1"/>
                </a:solidFill>
              </a:rPr>
              <a:t>UniBe</a:t>
            </a:r>
            <a:r>
              <a:rPr lang="de-DE" sz="1400" dirty="0">
                <a:solidFill>
                  <a:schemeClr val="tx1"/>
                </a:solidFill>
              </a:rPr>
              <a:t> Logo ist </a:t>
            </a:r>
            <a:r>
              <a:rPr lang="de-DE" sz="1400" b="1" dirty="0">
                <a:solidFill>
                  <a:schemeClr val="tx1"/>
                </a:solidFill>
              </a:rPr>
              <a:t>immer</a:t>
            </a:r>
            <a:r>
              <a:rPr lang="de-DE" sz="1400" dirty="0">
                <a:solidFill>
                  <a:schemeClr val="tx1"/>
                </a:solidFill>
              </a:rPr>
              <a:t> sichtbar oben rechts auf den Inhalt Folien positioniert</a:t>
            </a:r>
          </a:p>
          <a:p>
            <a:pPr>
              <a:lnSpc>
                <a:spcPts val="2400"/>
              </a:lnSpc>
            </a:pPr>
            <a:r>
              <a:rPr lang="de-DE" sz="1400" dirty="0">
                <a:solidFill>
                  <a:schemeClr val="tx1"/>
                </a:solidFill>
              </a:rPr>
              <a:t>Schrift Familie: Arial</a:t>
            </a:r>
          </a:p>
          <a:p>
            <a:pPr>
              <a:lnSpc>
                <a:spcPts val="2400"/>
              </a:lnSpc>
            </a:pPr>
            <a:r>
              <a:rPr lang="de-DE" sz="1400" dirty="0" err="1">
                <a:solidFill>
                  <a:srgbClr val="E6002E"/>
                </a:solidFill>
              </a:rPr>
              <a:t>UniBe</a:t>
            </a:r>
            <a:r>
              <a:rPr lang="de-DE" sz="1400" dirty="0">
                <a:solidFill>
                  <a:srgbClr val="E6002E"/>
                </a:solidFill>
              </a:rPr>
              <a:t> Rot: R:230 G:0 B:46  |  HEX: #E6002E</a:t>
            </a:r>
          </a:p>
          <a:p>
            <a:pPr>
              <a:lnSpc>
                <a:spcPts val="2400"/>
              </a:lnSpc>
            </a:pPr>
            <a:r>
              <a:rPr lang="de-DE" sz="1400" dirty="0">
                <a:solidFill>
                  <a:schemeClr val="bg1">
                    <a:lumMod val="65000"/>
                  </a:schemeClr>
                </a:solidFill>
              </a:rPr>
              <a:t>Hintergrund Grau: R:217 G:217 B:217</a:t>
            </a:r>
          </a:p>
          <a:p>
            <a:pPr>
              <a:lnSpc>
                <a:spcPts val="2400"/>
              </a:lnSpc>
            </a:pPr>
            <a:r>
              <a:rPr lang="de-DE" sz="1400" dirty="0">
                <a:solidFill>
                  <a:schemeClr val="tx1"/>
                </a:solidFill>
              </a:rPr>
              <a:t>Media Platzhalter 1:1 = 25.4 (b) x 8.5 (h) cm, 144 dpi</a:t>
            </a:r>
          </a:p>
          <a:p>
            <a:pPr>
              <a:lnSpc>
                <a:spcPts val="1800"/>
              </a:lnSpc>
            </a:pPr>
            <a:endParaRPr lang="de-DE" sz="1400" dirty="0">
              <a:solidFill>
                <a:schemeClr val="tx1"/>
              </a:solidFill>
            </a:endParaRPr>
          </a:p>
          <a:p>
            <a:pPr marL="0" marR="0" lvl="0" indent="0" algn="l" defTabSz="914377" rtl="0" eaLnBrk="1" fontAlgn="auto" latinLnBrk="0" hangingPunct="1">
              <a:lnSpc>
                <a:spcPts val="1400"/>
              </a:lnSpc>
              <a:spcBef>
                <a:spcPct val="0"/>
              </a:spcBef>
              <a:spcAft>
                <a:spcPts val="400"/>
              </a:spcAft>
              <a:buClrTx/>
              <a:buSzTx/>
              <a:buFontTx/>
              <a:buNone/>
              <a:tabLst/>
              <a:defRPr/>
            </a:pPr>
            <a:r>
              <a:rPr lang="de-DE" sz="1200" b="1" dirty="0">
                <a:solidFill>
                  <a:schemeClr val="tx1"/>
                </a:solidFill>
              </a:rPr>
              <a:t>Typografie</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Thema der Präsentation: Arial, 12pt.</a:t>
            </a:r>
          </a:p>
          <a:p>
            <a:pPr>
              <a:lnSpc>
                <a:spcPts val="1400"/>
              </a:lnSpc>
            </a:pPr>
            <a:r>
              <a:rPr lang="de-DE" sz="1200" b="0" dirty="0">
                <a:solidFill>
                  <a:srgbClr val="E6002E"/>
                </a:solidFill>
              </a:rPr>
              <a:t>Titel: Arial, 28/32pt., R:230 G:0 B:46, 1 Zeile</a:t>
            </a:r>
          </a:p>
          <a:p>
            <a:pPr>
              <a:lnSpc>
                <a:spcPts val="1400"/>
              </a:lnSpc>
            </a:pPr>
            <a:r>
              <a:rPr lang="de-DE" sz="1200" b="0" dirty="0">
                <a:solidFill>
                  <a:schemeClr val="tx1"/>
                </a:solidFill>
              </a:rPr>
              <a:t>Untertitel: Arial, 28/32pt., </a:t>
            </a:r>
            <a:r>
              <a:rPr lang="de-DE" sz="1200" b="0" dirty="0">
                <a:solidFill>
                  <a:srgbClr val="000000"/>
                </a:solidFill>
              </a:rPr>
              <a:t>max. 2 Zeilen</a:t>
            </a:r>
          </a:p>
          <a:p>
            <a:pPr>
              <a:lnSpc>
                <a:spcPts val="1400"/>
              </a:lnSpc>
            </a:pPr>
            <a:r>
              <a:rPr lang="de-DE" sz="1200" b="0" dirty="0">
                <a:solidFill>
                  <a:schemeClr val="tx1"/>
                </a:solidFill>
              </a:rPr>
              <a:t>Moderator und Organisationseinheit: Arial Fett, 14pt.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Datum und Präsentationsort: Arial, 12pt.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Inhalt Nr. XY: Arial, 20/24pt.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a:solidFill>
                  <a:schemeClr val="tx1"/>
                </a:solidFill>
              </a:rPr>
              <a:t>Aussage XY: Arial Fett, 16/20pt.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err="1">
                <a:solidFill>
                  <a:schemeClr val="tx1"/>
                </a:solidFill>
              </a:rPr>
              <a:t>Fliesstext</a:t>
            </a:r>
            <a:r>
              <a:rPr lang="de-DE" sz="1200" b="0" dirty="0">
                <a:solidFill>
                  <a:schemeClr val="tx1"/>
                </a:solidFill>
              </a:rPr>
              <a:t> XY: Arial, 16/20pt.</a:t>
            </a:r>
          </a:p>
          <a:p>
            <a:pPr marL="0" marR="0" lvl="0" indent="0" algn="l" defTabSz="914377" rtl="0" eaLnBrk="1" fontAlgn="auto" latinLnBrk="0" hangingPunct="1">
              <a:lnSpc>
                <a:spcPts val="1400"/>
              </a:lnSpc>
              <a:spcBef>
                <a:spcPct val="0"/>
              </a:spcBef>
              <a:spcAft>
                <a:spcPts val="0"/>
              </a:spcAft>
              <a:buClrTx/>
              <a:buSzTx/>
              <a:buFontTx/>
              <a:buNone/>
              <a:tabLst/>
              <a:defRPr/>
            </a:pPr>
            <a:r>
              <a:rPr lang="de-DE" sz="1200" b="0" dirty="0" err="1">
                <a:solidFill>
                  <a:schemeClr val="tx1"/>
                </a:solidFill>
              </a:rPr>
              <a:t>Fliesstext</a:t>
            </a:r>
            <a:r>
              <a:rPr lang="de-DE" sz="1200" b="0" dirty="0">
                <a:solidFill>
                  <a:schemeClr val="tx1"/>
                </a:solidFill>
              </a:rPr>
              <a:t> Ebene: Arial, 20pt., 18pt., 16pt.</a:t>
            </a:r>
          </a:p>
        </p:txBody>
      </p:sp>
      <p:cxnSp>
        <p:nvCxnSpPr>
          <p:cNvPr id="7" name="Gerade Verbindung 6">
            <a:extLst>
              <a:ext uri="{FF2B5EF4-FFF2-40B4-BE49-F238E27FC236}">
                <a16:creationId xmlns:a16="http://schemas.microsoft.com/office/drawing/2014/main" id="{2525E251-FD30-C74A-99DE-8B05E2B3939A}"/>
              </a:ext>
            </a:extLst>
          </p:cNvPr>
          <p:cNvCxnSpPr>
            <a:cxnSpLocks noGrp="1" noSelect="1" noRot="1" noMove="1" noResize="1" noEditPoints="1" noAdjustHandles="1" noChangeArrowheads="1" noChangeShapeType="1"/>
          </p:cNvCxnSpPr>
          <p:nvPr userDrawn="1">
            <p:custDataLst>
              <p:tags r:id="rId4"/>
            </p:custDataLst>
          </p:nvPr>
        </p:nvCxnSpPr>
        <p:spPr>
          <a:xfrm>
            <a:off x="540000" y="2988000"/>
            <a:ext cx="6480000" cy="0"/>
          </a:xfrm>
          <a:prstGeom prst="line">
            <a:avLst/>
          </a:prstGeom>
          <a:ln w="9525">
            <a:solidFill>
              <a:schemeClr val="bg1">
                <a:lumMod val="75000"/>
              </a:schemeClr>
            </a:solidFill>
          </a:ln>
        </p:spPr>
        <p:style>
          <a:lnRef idx="2">
            <a:schemeClr val="accent2"/>
          </a:lnRef>
          <a:fillRef idx="0">
            <a:schemeClr val="accent2"/>
          </a:fillRef>
          <a:effectRef idx="1">
            <a:schemeClr val="accent2"/>
          </a:effectRef>
          <a:fontRef idx="minor">
            <a:schemeClr val="tx1"/>
          </a:fontRef>
        </p:style>
      </p:cxnSp>
      <p:sp>
        <p:nvSpPr>
          <p:cNvPr id="9" name="Titelplatzhalter 14">
            <a:extLst>
              <a:ext uri="{FF2B5EF4-FFF2-40B4-BE49-F238E27FC236}">
                <a16:creationId xmlns:a16="http://schemas.microsoft.com/office/drawing/2014/main" id="{96329C5F-757A-794E-BBCE-F3CC105898C4}"/>
              </a:ext>
            </a:extLst>
          </p:cNvPr>
          <p:cNvSpPr txBox="1">
            <a:spLocks noGrp="1" noSelect="1" noRot="1" noMove="1" noResize="1" noEditPoints="1" noAdjustHandles="1" noChangeArrowheads="1" noChangeShapeType="1" noTextEdit="1"/>
          </p:cNvSpPr>
          <p:nvPr userDrawn="1">
            <p:custDataLst>
              <p:tags r:id="rId5"/>
            </p:custDataLst>
          </p:nvPr>
        </p:nvSpPr>
        <p:spPr>
          <a:xfrm>
            <a:off x="7920000" y="1350000"/>
            <a:ext cx="1219200" cy="888961"/>
          </a:xfrm>
          <a:prstGeom prst="rect">
            <a:avLst/>
          </a:prstGeom>
        </p:spPr>
        <p:txBody>
          <a:bodyPr vert="horz" wrap="square" lIns="0" tIns="0" rIns="0" bIns="0" rtlCol="0" anchor="t">
            <a:spAutoFit/>
          </a:bodyPr>
          <a:lstStyle>
            <a:lvl1pPr algn="l" defTabSz="914377" rtl="0" eaLnBrk="1" latinLnBrk="0" hangingPunct="1">
              <a:lnSpc>
                <a:spcPts val="3200"/>
              </a:lnSpc>
              <a:spcBef>
                <a:spcPct val="0"/>
              </a:spcBef>
              <a:buNone/>
              <a:defRPr sz="2800" kern="1200">
                <a:solidFill>
                  <a:srgbClr val="E6002F"/>
                </a:solidFill>
                <a:latin typeface="Arial" panose="020B0604020202020204" pitchFamily="34" charset="0"/>
                <a:ea typeface="+mj-ea"/>
                <a:cs typeface="Arial" panose="020B0604020202020204" pitchFamily="34" charset="0"/>
              </a:defRPr>
            </a:lvl1pPr>
          </a:lstStyle>
          <a:p>
            <a:pPr>
              <a:lnSpc>
                <a:spcPts val="1000"/>
              </a:lnSpc>
            </a:pPr>
            <a:r>
              <a:rPr lang="de-DE" sz="800" b="1" dirty="0">
                <a:solidFill>
                  <a:schemeClr val="tx1"/>
                </a:solidFill>
              </a:rPr>
              <a:t>Kontakt</a:t>
            </a:r>
            <a:endParaRPr lang="de-DE" sz="800" b="0" dirty="0">
              <a:solidFill>
                <a:schemeClr val="tx1"/>
              </a:solidFill>
            </a:endParaRPr>
          </a:p>
          <a:p>
            <a:pPr>
              <a:lnSpc>
                <a:spcPts val="1000"/>
              </a:lnSpc>
            </a:pPr>
            <a:r>
              <a:rPr lang="de-DE" sz="800" b="0" dirty="0">
                <a:solidFill>
                  <a:schemeClr val="tx1"/>
                </a:solidFill>
              </a:rPr>
              <a:t>Fragen zu den </a:t>
            </a:r>
            <a:r>
              <a:rPr lang="de-DE" sz="800" b="0" dirty="0" err="1">
                <a:solidFill>
                  <a:schemeClr val="tx1"/>
                </a:solidFill>
              </a:rPr>
              <a:t>UniBE</a:t>
            </a:r>
            <a:r>
              <a:rPr lang="de-DE" sz="800" b="0" dirty="0">
                <a:solidFill>
                  <a:schemeClr val="tx1"/>
                </a:solidFill>
              </a:rPr>
              <a:t> PowerPoint Vorlagen: </a:t>
            </a:r>
          </a:p>
          <a:p>
            <a:pPr>
              <a:lnSpc>
                <a:spcPts val="1000"/>
              </a:lnSpc>
            </a:pPr>
            <a:r>
              <a:rPr lang="de-DE" sz="800" b="0" dirty="0" err="1">
                <a:solidFill>
                  <a:schemeClr val="tx1"/>
                </a:solidFill>
              </a:rPr>
              <a:t>kommunikation</a:t>
            </a:r>
            <a:r>
              <a:rPr lang="de-DE" sz="800" b="0" dirty="0">
                <a:solidFill>
                  <a:schemeClr val="tx1"/>
                </a:solidFill>
              </a:rPr>
              <a:t>@</a:t>
            </a:r>
          </a:p>
          <a:p>
            <a:pPr>
              <a:lnSpc>
                <a:spcPts val="1000"/>
              </a:lnSpc>
            </a:pPr>
            <a:r>
              <a:rPr lang="de-DE" sz="800" b="0" dirty="0" err="1">
                <a:solidFill>
                  <a:schemeClr val="tx1"/>
                </a:solidFill>
              </a:rPr>
              <a:t>unibe.ch</a:t>
            </a:r>
            <a:r>
              <a:rPr lang="de-DE" sz="800" b="0" dirty="0">
                <a:solidFill>
                  <a:schemeClr val="tx1"/>
                </a:solidFill>
              </a:rPr>
              <a:t> oder </a:t>
            </a:r>
          </a:p>
          <a:p>
            <a:pPr>
              <a:lnSpc>
                <a:spcPts val="1000"/>
              </a:lnSpc>
            </a:pPr>
            <a:r>
              <a:rPr lang="de-DE" sz="800" b="0" dirty="0">
                <a:solidFill>
                  <a:schemeClr val="tx1"/>
                </a:solidFill>
              </a:rPr>
              <a:t>Tel. + 41 31 631 80 44</a:t>
            </a:r>
          </a:p>
          <a:p>
            <a:pPr>
              <a:lnSpc>
                <a:spcPts val="1000"/>
              </a:lnSpc>
            </a:pPr>
            <a:endParaRPr lang="de-DE" sz="800" b="1" dirty="0">
              <a:solidFill>
                <a:schemeClr val="tx1"/>
              </a:solidFill>
            </a:endParaRPr>
          </a:p>
        </p:txBody>
      </p:sp>
      <p:pic>
        <p:nvPicPr>
          <p:cNvPr id="3" name="Grafik 2">
            <a:extLst>
              <a:ext uri="{FF2B5EF4-FFF2-40B4-BE49-F238E27FC236}">
                <a16:creationId xmlns:a16="http://schemas.microsoft.com/office/drawing/2014/main" id="{5BC2E508-06CA-D64A-A4D9-AAF3FB62D703}"/>
              </a:ext>
            </a:extLst>
          </p:cNvPr>
          <p:cNvPicPr>
            <a:picLocks noGrp="1" noSelect="1" noRot="1" noMove="1" noResize="1" noEditPoints="1" noAdjustHandles="1" noChangeArrowheads="1" noChangeShapeType="1"/>
          </p:cNvPicPr>
          <p:nvPr userDrawn="1">
            <p:custDataLst>
              <p:tags r:id="rId6"/>
            </p:custDataLst>
          </p:nvPr>
        </p:nvPicPr>
        <p:blipFill>
          <a:blip r:embed="rId9" cstate="print">
            <a:extLst>
              <a:ext uri="{28A0092B-C50C-407E-A947-70E740481C1C}">
                <a14:useLocalDpi xmlns:a14="http://schemas.microsoft.com/office/drawing/2010/main" val="0"/>
              </a:ext>
            </a:extLst>
          </a:blip>
          <a:stretch>
            <a:fillRect/>
          </a:stretch>
        </p:blipFill>
        <p:spPr>
          <a:xfrm>
            <a:off x="6318091" y="1832535"/>
            <a:ext cx="697217" cy="990600"/>
          </a:xfrm>
          <a:prstGeom prst="rect">
            <a:avLst/>
          </a:prstGeom>
        </p:spPr>
      </p:pic>
      <p:pic>
        <p:nvPicPr>
          <p:cNvPr id="4" name="Grafik 3">
            <a:extLst>
              <a:ext uri="{FF2B5EF4-FFF2-40B4-BE49-F238E27FC236}">
                <a16:creationId xmlns:a16="http://schemas.microsoft.com/office/drawing/2014/main" id="{CCE28F87-7B73-E341-9972-6E84FF110996}"/>
              </a:ext>
            </a:extLst>
          </p:cNvPr>
          <p:cNvPicPr>
            <a:picLocks noGrp="1" noSelect="1" noRot="1" noMove="1" noResize="1" noEditPoints="1" noAdjustHandles="1" noChangeArrowheads="1" noChangeShapeType="1"/>
          </p:cNvPicPr>
          <p:nvPr userDrawn="1">
            <p:custDataLst>
              <p:tags r:id="rId7"/>
            </p:custDataLst>
          </p:nvPr>
        </p:nvPicPr>
        <p:blipFill>
          <a:blip r:embed="rId10" cstate="print">
            <a:extLst>
              <a:ext uri="{28A0092B-C50C-407E-A947-70E740481C1C}">
                <a14:useLocalDpi xmlns:a14="http://schemas.microsoft.com/office/drawing/2010/main" val="0"/>
              </a:ext>
            </a:extLst>
          </a:blip>
          <a:stretch>
            <a:fillRect/>
          </a:stretch>
        </p:blipFill>
        <p:spPr>
          <a:xfrm>
            <a:off x="5520666" y="1836735"/>
            <a:ext cx="656454" cy="986400"/>
          </a:xfrm>
          <a:prstGeom prst="rect">
            <a:avLst/>
          </a:prstGeom>
        </p:spPr>
      </p:pic>
    </p:spTree>
    <p:extLst>
      <p:ext uri="{BB962C8B-B14F-4D97-AF65-F5344CB8AC3E}">
        <p14:creationId xmlns:p14="http://schemas.microsoft.com/office/powerpoint/2010/main" val="3974079215"/>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ImageColumns">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311315"/>
          </a:xfrm>
          <a:prstGeom prst="rect">
            <a:avLst/>
          </a:prstGeom>
        </p:spPr>
        <p:txBody>
          <a:bodyPr vert="horz" wrap="square" lIns="0" tIns="216000" rIns="0" bIns="0" rtlCol="0" anchor="t" anchorCtr="0">
            <a:noAutofit/>
          </a:bodyPr>
          <a:lstStyle>
            <a:lvl1pPr algn="l">
              <a:lnSpc>
                <a:spcPct val="80000"/>
              </a:lnSpc>
              <a:defRPr sz="1200" b="1" spc="0" baseline="0">
                <a:solidFill>
                  <a:schemeClr val="tx1"/>
                </a:solidFill>
                <a:latin typeface="+mn-lt"/>
                <a:cs typeface="Arial" panose="020B0604020202020204" pitchFamily="34" charset="0"/>
              </a:defRPr>
            </a:lvl1pPr>
          </a:lstStyle>
          <a:p>
            <a:pPr lvl="0"/>
            <a:r>
              <a:rPr lang="en-US" dirty="0"/>
              <a:t>Click To Edit Master TextStyles</a:t>
            </a:r>
            <a:endParaRPr lang="ru-RU" dirty="0"/>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2"/>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Rectangle 5">
            <a:extLst>
              <a:ext uri="{FF2B5EF4-FFF2-40B4-BE49-F238E27FC236}">
                <a16:creationId xmlns:a16="http://schemas.microsoft.com/office/drawing/2014/main" id="{D9D763FD-0CB9-07CD-2478-6D509B8E1C4C}"/>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4" name="Picture Placeholder 3">
            <a:extLst>
              <a:ext uri="{FF2B5EF4-FFF2-40B4-BE49-F238E27FC236}">
                <a16:creationId xmlns:a16="http://schemas.microsoft.com/office/drawing/2014/main" id="{47859DE1-1EA1-D5AD-EF8E-CD7F005D6864}"/>
              </a:ext>
            </a:extLst>
          </p:cNvPr>
          <p:cNvSpPr>
            <a:spLocks noGrp="1"/>
          </p:cNvSpPr>
          <p:nvPr>
            <p:ph type="pic" sz="quarter" idx="24"/>
          </p:nvPr>
        </p:nvSpPr>
        <p:spPr>
          <a:xfrm>
            <a:off x="441469" y="1252726"/>
            <a:ext cx="8262000" cy="2969895"/>
          </a:xfrm>
        </p:spPr>
        <p:txBody>
          <a:bodyPr/>
          <a:lstStyle/>
          <a:p>
            <a:endParaRPr lang="ru-RU"/>
          </a:p>
        </p:txBody>
      </p:sp>
      <p:sp>
        <p:nvSpPr>
          <p:cNvPr id="5" name="Text Placeholder">
            <a:extLst>
              <a:ext uri="{FF2B5EF4-FFF2-40B4-BE49-F238E27FC236}">
                <a16:creationId xmlns:a16="http://schemas.microsoft.com/office/drawing/2014/main" id="{C2ACD8DD-1EDC-8193-921D-E10807104FD8}"/>
              </a:ext>
            </a:extLst>
          </p:cNvPr>
          <p:cNvSpPr>
            <a:spLocks noGrp="1"/>
          </p:cNvSpPr>
          <p:nvPr>
            <p:ph type="body" idx="38"/>
            <p:custDataLst>
              <p:tags r:id="rId3"/>
            </p:custDataLst>
          </p:nvPr>
        </p:nvSpPr>
        <p:spPr>
          <a:xfrm>
            <a:off x="440531" y="4361794"/>
            <a:ext cx="8262000" cy="343556"/>
          </a:xfrm>
        </p:spPr>
        <p:txBody>
          <a:bodyPr wrap="square" lIns="0" tIns="0" rIns="0" bIns="0" anchor="b" anchorCtr="0">
            <a:noAutofit/>
          </a:bodyPr>
          <a:lstStyle>
            <a:lvl1pPr marL="0" indent="0" algn="ctr">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2" name="Free Badge"/>
          <p:cNvPicPr>
            <a:picLocks noChangeAspect="1"/>
          </p:cNvPicPr>
          <p:nvPr userDrawn="1"/>
        </p:nvPicPr>
        <p:blipFill>
          <a:blip r:embed="rId5"/>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9283486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box1V2">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4836734"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4833431"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6" name="Graphic 15">
            <a:extLst>
              <a:ext uri="{FF2B5EF4-FFF2-40B4-BE49-F238E27FC236}">
                <a16:creationId xmlns:a16="http://schemas.microsoft.com/office/drawing/2014/main" id="{EE74D41E-DAC7-E9D6-B305-F864992167C3}"/>
              </a:ext>
            </a:extLst>
          </p:cNvPr>
          <p:cNvPicPr>
            <a:picLocks noChangeAspect="1"/>
          </p:cNvPicPr>
          <p:nvPr userDrawn="1"/>
        </p:nvPicPr>
        <p:blipFill>
          <a:blip r:embed="rId6">
            <a:extLst>
              <a:ext uri="{96DAC541-7B7A-43D3-8B79-37D633B846F1}">
                <asvg:svgBlip xmlns:asvg="http://schemas.microsoft.com/office/drawing/2016/SVG/main" r:embed="rId7"/>
              </a:ext>
            </a:extLst>
          </a:blip>
          <a:srcRect r="42430"/>
          <a:stretch>
            <a:fillRect/>
          </a:stretch>
        </p:blipFill>
        <p:spPr>
          <a:xfrm>
            <a:off x="5584813" y="1861241"/>
            <a:ext cx="2996192" cy="2927509"/>
          </a:xfrm>
          <a:prstGeom prst="rect">
            <a:avLst/>
          </a:prstGeom>
        </p:spPr>
      </p:pic>
      <p:pic>
        <p:nvPicPr>
          <p:cNvPr id="3" name="Free Badge"/>
          <p:cNvPicPr>
            <a:picLocks noChangeAspect="1"/>
          </p:cNvPicPr>
          <p:nvPr userDrawn="1"/>
        </p:nvPicPr>
        <p:blipFill>
          <a:blip r:embed="rId8"/>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7038524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ankYouV2">
    <p:bg>
      <p:bgPr>
        <a:solidFill>
          <a:schemeClr val="accent1"/>
        </a:solidFill>
        <a:effectLst/>
      </p:bgPr>
    </p:bg>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1"/>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bg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3" name="Title Placeholder">
            <a:extLst>
              <a:ext uri="{FF2B5EF4-FFF2-40B4-BE49-F238E27FC236}">
                <a16:creationId xmlns:a16="http://schemas.microsoft.com/office/drawing/2014/main" id="{41E828A7-1239-5104-E86A-F8E54FEFA70D}"/>
              </a:ext>
            </a:extLst>
          </p:cNvPr>
          <p:cNvSpPr>
            <a:spLocks noGrp="1"/>
          </p:cNvSpPr>
          <p:nvPr>
            <p:ph type="title" hasCustomPrompt="1"/>
            <p:custDataLst>
              <p:tags r:id="rId2"/>
            </p:custDataLst>
          </p:nvPr>
        </p:nvSpPr>
        <p:spPr>
          <a:xfrm>
            <a:off x="440531" y="1486141"/>
            <a:ext cx="5454254" cy="1189787"/>
          </a:xfrm>
          <a:prstGeom prst="rect">
            <a:avLst/>
          </a:prstGeom>
        </p:spPr>
        <p:txBody>
          <a:bodyPr vert="horz" wrap="square" lIns="0" tIns="108000" rIns="0" bIns="0" rtlCol="0" anchor="b" anchorCtr="0">
            <a:noAutofit/>
          </a:bodyPr>
          <a:lstStyle>
            <a:lvl1pPr algn="l">
              <a:lnSpc>
                <a:spcPct val="80000"/>
              </a:lnSpc>
              <a:defRPr sz="3000" b="0" spc="0" baseline="0">
                <a:solidFill>
                  <a:schemeClr val="bg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5" name="Subtitle Placeholder">
            <a:extLst>
              <a:ext uri="{FF2B5EF4-FFF2-40B4-BE49-F238E27FC236}">
                <a16:creationId xmlns:a16="http://schemas.microsoft.com/office/drawing/2014/main" id="{0D8ADF39-0B0E-5038-931A-5849454CC5AF}"/>
              </a:ext>
            </a:extLst>
          </p:cNvPr>
          <p:cNvSpPr>
            <a:spLocks noGrp="1"/>
          </p:cNvSpPr>
          <p:nvPr>
            <p:ph type="body" idx="26" hasCustomPrompt="1"/>
            <p:custDataLst>
              <p:tags r:id="rId3"/>
            </p:custDataLst>
          </p:nvPr>
        </p:nvSpPr>
        <p:spPr>
          <a:xfrm>
            <a:off x="440532" y="2952958"/>
            <a:ext cx="4050506" cy="866006"/>
          </a:xfrm>
        </p:spPr>
        <p:txBody>
          <a:bodyPr wrap="square" lIns="0" tIns="0" rIns="0" bIns="0" anchor="t" anchorCtr="0">
            <a:noAutofit/>
          </a:bodyPr>
          <a:lstStyle>
            <a:lvl1pPr marL="0" indent="0" algn="l">
              <a:lnSpc>
                <a:spcPct val="120000"/>
              </a:lnSpc>
              <a:spcBef>
                <a:spcPts val="0"/>
              </a:spcBef>
              <a:buNone/>
              <a:defRPr sz="1200" b="1" spc="0" baseline="0">
                <a:solidFill>
                  <a:schemeClr val="bg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11" name="Graphic 10">
            <a:extLst>
              <a:ext uri="{FF2B5EF4-FFF2-40B4-BE49-F238E27FC236}">
                <a16:creationId xmlns:a16="http://schemas.microsoft.com/office/drawing/2014/main" id="{281A472A-704F-30D6-967B-52A15C54AE04}"/>
              </a:ext>
            </a:extLst>
          </p:cNvPr>
          <p:cNvPicPr>
            <a:picLocks noChangeAspect="1"/>
          </p:cNvPicPr>
          <p:nvPr userDrawn="1"/>
        </p:nvPicPr>
        <p:blipFill>
          <a:blip r:embed="rId5">
            <a:extLst>
              <a:ext uri="{96DAC541-7B7A-43D3-8B79-37D633B846F1}">
                <asvg:svgBlip xmlns:asvg="http://schemas.microsoft.com/office/drawing/2016/SVG/main" r:embed="rId6"/>
              </a:ext>
            </a:extLst>
          </a:blip>
          <a:srcRect r="50000"/>
          <a:stretch>
            <a:fillRect/>
          </a:stretch>
        </p:blipFill>
        <p:spPr>
          <a:xfrm flipH="1">
            <a:off x="5703803" y="1352831"/>
            <a:ext cx="3106987" cy="3495360"/>
          </a:xfrm>
          <a:prstGeom prst="rect">
            <a:avLst/>
          </a:prstGeom>
        </p:spPr>
      </p:pic>
      <p:pic>
        <p:nvPicPr>
          <p:cNvPr id="2" name="Free Badge"/>
          <p:cNvPicPr>
            <a:picLocks noChangeAspect="1"/>
          </p:cNvPicPr>
          <p:nvPr userDrawn="1"/>
        </p:nvPicPr>
        <p:blipFill>
          <a:blip r:embed="rId7"/>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42723340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box5">
    <p:bg>
      <p:bgPr>
        <a:solidFill>
          <a:schemeClr val="bg2"/>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1">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1">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 name="Subtitle Placeholder 2">
            <a:extLst>
              <a:ext uri="{FF2B5EF4-FFF2-40B4-BE49-F238E27FC236}">
                <a16:creationId xmlns:a16="http://schemas.microsoft.com/office/drawing/2014/main" id="{2C535C6B-A4A3-76B9-0774-F14DFFEEDAD7}"/>
              </a:ext>
            </a:extLst>
          </p:cNvPr>
          <p:cNvSpPr>
            <a:spLocks noGrp="1"/>
          </p:cNvSpPr>
          <p:nvPr>
            <p:ph type="body" idx="37" hasCustomPrompt="1"/>
            <p:custDataLst>
              <p:tags r:id="rId5"/>
            </p:custDataLst>
          </p:nvPr>
        </p:nvSpPr>
        <p:spPr>
          <a:xfrm>
            <a:off x="2128239"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4" name="Text Placeholder 2">
            <a:extLst>
              <a:ext uri="{FF2B5EF4-FFF2-40B4-BE49-F238E27FC236}">
                <a16:creationId xmlns:a16="http://schemas.microsoft.com/office/drawing/2014/main" id="{D054D53E-80E2-68D9-9ACD-9D8147A7D5B6}"/>
              </a:ext>
            </a:extLst>
          </p:cNvPr>
          <p:cNvSpPr>
            <a:spLocks noGrp="1"/>
          </p:cNvSpPr>
          <p:nvPr>
            <p:ph type="body" idx="38"/>
            <p:custDataLst>
              <p:tags r:id="rId6"/>
            </p:custDataLst>
          </p:nvPr>
        </p:nvSpPr>
        <p:spPr>
          <a:xfrm>
            <a:off x="2128239"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6" name="Rectangle 5">
            <a:extLst>
              <a:ext uri="{FF2B5EF4-FFF2-40B4-BE49-F238E27FC236}">
                <a16:creationId xmlns:a16="http://schemas.microsoft.com/office/drawing/2014/main" id="{D9D763FD-0CB9-07CD-2478-6D509B8E1C4C}"/>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sp>
        <p:nvSpPr>
          <p:cNvPr id="5" name="Subtitle Placeholder 3">
            <a:extLst>
              <a:ext uri="{FF2B5EF4-FFF2-40B4-BE49-F238E27FC236}">
                <a16:creationId xmlns:a16="http://schemas.microsoft.com/office/drawing/2014/main" id="{CF5DEE60-F2D7-9DA3-D844-42938228344B}"/>
              </a:ext>
            </a:extLst>
          </p:cNvPr>
          <p:cNvSpPr>
            <a:spLocks noGrp="1"/>
          </p:cNvSpPr>
          <p:nvPr>
            <p:ph type="body" idx="39" hasCustomPrompt="1"/>
            <p:custDataLst>
              <p:tags r:id="rId7"/>
            </p:custDataLst>
          </p:nvPr>
        </p:nvSpPr>
        <p:spPr>
          <a:xfrm>
            <a:off x="3816000"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9" name="Text Placeholder 3">
            <a:extLst>
              <a:ext uri="{FF2B5EF4-FFF2-40B4-BE49-F238E27FC236}">
                <a16:creationId xmlns:a16="http://schemas.microsoft.com/office/drawing/2014/main" id="{E2F47E63-4C8D-C6F8-3834-2E75BD0B4B68}"/>
              </a:ext>
            </a:extLst>
          </p:cNvPr>
          <p:cNvSpPr>
            <a:spLocks noGrp="1"/>
          </p:cNvSpPr>
          <p:nvPr>
            <p:ph type="body" idx="40"/>
            <p:custDataLst>
              <p:tags r:id="rId8"/>
            </p:custDataLst>
          </p:nvPr>
        </p:nvSpPr>
        <p:spPr>
          <a:xfrm>
            <a:off x="3815947"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0" name="Subtitle Placeholder 4">
            <a:extLst>
              <a:ext uri="{FF2B5EF4-FFF2-40B4-BE49-F238E27FC236}">
                <a16:creationId xmlns:a16="http://schemas.microsoft.com/office/drawing/2014/main" id="{21FF8531-682E-41A1-5A7F-7DC2F9ED7B6C}"/>
              </a:ext>
            </a:extLst>
          </p:cNvPr>
          <p:cNvSpPr>
            <a:spLocks noGrp="1"/>
          </p:cNvSpPr>
          <p:nvPr>
            <p:ph type="body" idx="41" hasCustomPrompt="1"/>
            <p:custDataLst>
              <p:tags r:id="rId9"/>
            </p:custDataLst>
          </p:nvPr>
        </p:nvSpPr>
        <p:spPr>
          <a:xfrm>
            <a:off x="5503655"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1" name="Text Placeholder 4">
            <a:extLst>
              <a:ext uri="{FF2B5EF4-FFF2-40B4-BE49-F238E27FC236}">
                <a16:creationId xmlns:a16="http://schemas.microsoft.com/office/drawing/2014/main" id="{8E2FDD7E-FAF2-BFFF-C271-C74728F1002B}"/>
              </a:ext>
            </a:extLst>
          </p:cNvPr>
          <p:cNvSpPr>
            <a:spLocks noGrp="1"/>
          </p:cNvSpPr>
          <p:nvPr>
            <p:ph type="body" idx="42"/>
            <p:custDataLst>
              <p:tags r:id="rId10"/>
            </p:custDataLst>
          </p:nvPr>
        </p:nvSpPr>
        <p:spPr>
          <a:xfrm>
            <a:off x="5503655"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2" name="Subtitle Placeholder 5">
            <a:extLst>
              <a:ext uri="{FF2B5EF4-FFF2-40B4-BE49-F238E27FC236}">
                <a16:creationId xmlns:a16="http://schemas.microsoft.com/office/drawing/2014/main" id="{2964AEFD-6607-6E3A-2748-C0AEC09C640F}"/>
              </a:ext>
            </a:extLst>
          </p:cNvPr>
          <p:cNvSpPr>
            <a:spLocks noGrp="1"/>
          </p:cNvSpPr>
          <p:nvPr>
            <p:ph type="body" idx="43" hasCustomPrompt="1"/>
            <p:custDataLst>
              <p:tags r:id="rId11"/>
            </p:custDataLst>
          </p:nvPr>
        </p:nvSpPr>
        <p:spPr>
          <a:xfrm>
            <a:off x="7191362" y="1861241"/>
            <a:ext cx="1512000"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14" name="Text Placeholder 5">
            <a:extLst>
              <a:ext uri="{FF2B5EF4-FFF2-40B4-BE49-F238E27FC236}">
                <a16:creationId xmlns:a16="http://schemas.microsoft.com/office/drawing/2014/main" id="{1D664E3F-13E4-C78E-CAB6-CD465A952128}"/>
              </a:ext>
            </a:extLst>
          </p:cNvPr>
          <p:cNvSpPr>
            <a:spLocks noGrp="1"/>
          </p:cNvSpPr>
          <p:nvPr>
            <p:ph type="body" idx="44"/>
            <p:custDataLst>
              <p:tags r:id="rId12"/>
            </p:custDataLst>
          </p:nvPr>
        </p:nvSpPr>
        <p:spPr>
          <a:xfrm>
            <a:off x="7191362" y="2239255"/>
            <a:ext cx="1512000"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pic>
        <p:nvPicPr>
          <p:cNvPr id="15" name="Free Badge"/>
          <p:cNvPicPr>
            <a:picLocks noChangeAspect="1"/>
          </p:cNvPicPr>
          <p:nvPr userDrawn="1"/>
        </p:nvPicPr>
        <p:blipFill>
          <a:blip r:embed="rId14"/>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7675849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box1V3">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br>
              <a:rPr lang="en-US" dirty="0"/>
            </a:b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91037" y="1861241"/>
            <a:ext cx="4212432"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4" name="Straight Connector 3">
            <a:extLst>
              <a:ext uri="{FF2B5EF4-FFF2-40B4-BE49-F238E27FC236}">
                <a16:creationId xmlns:a16="http://schemas.microsoft.com/office/drawing/2014/main" id="{70E9A755-994B-1EFD-FC7E-10A9E1DC814E}"/>
              </a:ext>
            </a:extLst>
          </p:cNvPr>
          <p:cNvCxnSpPr>
            <a:cxnSpLocks/>
          </p:cNvCxnSpPr>
          <p:nvPr userDrawn="1"/>
        </p:nvCxnSpPr>
        <p:spPr>
          <a:xfrm>
            <a:off x="440532" y="670532"/>
            <a:ext cx="529217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91037" y="2239255"/>
            <a:ext cx="4212432"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3" name="Rectangle 2">
            <a:extLst>
              <a:ext uri="{FF2B5EF4-FFF2-40B4-BE49-F238E27FC236}">
                <a16:creationId xmlns:a16="http://schemas.microsoft.com/office/drawing/2014/main" id="{2C34D907-1771-9B95-F433-53562EE5BD5D}"/>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Picture Placeholder 5">
            <a:extLst>
              <a:ext uri="{FF2B5EF4-FFF2-40B4-BE49-F238E27FC236}">
                <a16:creationId xmlns:a16="http://schemas.microsoft.com/office/drawing/2014/main" id="{D522E790-B18C-B6D4-FD73-F9C6A41DD8C1}"/>
              </a:ext>
            </a:extLst>
          </p:cNvPr>
          <p:cNvSpPr>
            <a:spLocks noGrp="1"/>
          </p:cNvSpPr>
          <p:nvPr>
            <p:ph type="pic" sz="quarter" idx="37"/>
          </p:nvPr>
        </p:nvSpPr>
        <p:spPr>
          <a:xfrm>
            <a:off x="440532" y="1861240"/>
            <a:ext cx="3726506" cy="2838157"/>
          </a:xfrm>
        </p:spPr>
        <p:txBody>
          <a:bodyPr/>
          <a:lstStyle/>
          <a:p>
            <a:endParaRPr lang="ru-RU"/>
          </a:p>
        </p:txBody>
      </p:sp>
      <p:sp>
        <p:nvSpPr>
          <p:cNvPr id="16" name="Rectangle 15">
            <a:extLst>
              <a:ext uri="{FF2B5EF4-FFF2-40B4-BE49-F238E27FC236}">
                <a16:creationId xmlns:a16="http://schemas.microsoft.com/office/drawing/2014/main" id="{02E389E2-0E1A-7403-BF49-14BC88DC32E6}"/>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5" name="Free Badge"/>
          <p:cNvPicPr>
            <a:picLocks noChangeAspect="1"/>
          </p:cNvPicPr>
          <p:nvPr userDrawn="1"/>
        </p:nvPicPr>
        <p:blipFill>
          <a:blip r:embed="rId6"/>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3794510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box1V2">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8262938"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1" y="1861241"/>
            <a:ext cx="4836734"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2" y="2239255"/>
            <a:ext cx="4833431"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cxnSp>
        <p:nvCxnSpPr>
          <p:cNvPr id="25" name="Straight Connector 24">
            <a:extLst>
              <a:ext uri="{FF2B5EF4-FFF2-40B4-BE49-F238E27FC236}">
                <a16:creationId xmlns:a16="http://schemas.microsoft.com/office/drawing/2014/main" id="{2589D093-3B31-CC14-F1CE-0AFC83C7AF58}"/>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2EC93A1-6D7C-4C83-3DDA-3B18A5517E05}"/>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30" name="Rectangle 29">
            <a:extLst>
              <a:ext uri="{FF2B5EF4-FFF2-40B4-BE49-F238E27FC236}">
                <a16:creationId xmlns:a16="http://schemas.microsoft.com/office/drawing/2014/main" id="{CFE89AC2-FBF0-4D61-F465-274E1ACD2FFF}"/>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6" name="Graphic 15">
            <a:extLst>
              <a:ext uri="{FF2B5EF4-FFF2-40B4-BE49-F238E27FC236}">
                <a16:creationId xmlns:a16="http://schemas.microsoft.com/office/drawing/2014/main" id="{EE74D41E-DAC7-E9D6-B305-F864992167C3}"/>
              </a:ext>
            </a:extLst>
          </p:cNvPr>
          <p:cNvPicPr>
            <a:picLocks noChangeAspect="1"/>
          </p:cNvPicPr>
          <p:nvPr userDrawn="1"/>
        </p:nvPicPr>
        <p:blipFill>
          <a:blip r:embed="rId6">
            <a:extLst>
              <a:ext uri="{96DAC541-7B7A-43D3-8B79-37D633B846F1}">
                <asvg:svgBlip xmlns:asvg="http://schemas.microsoft.com/office/drawing/2016/SVG/main" r:embed="rId7"/>
              </a:ext>
            </a:extLst>
          </a:blip>
          <a:srcRect r="42430"/>
          <a:stretch>
            <a:fillRect/>
          </a:stretch>
        </p:blipFill>
        <p:spPr>
          <a:xfrm>
            <a:off x="5584813" y="1861241"/>
            <a:ext cx="2996192" cy="2927509"/>
          </a:xfrm>
          <a:prstGeom prst="rect">
            <a:avLst/>
          </a:prstGeom>
        </p:spPr>
      </p:pic>
      <p:pic>
        <p:nvPicPr>
          <p:cNvPr id="3" name="Free Badge"/>
          <p:cNvPicPr>
            <a:picLocks noChangeAspect="1"/>
          </p:cNvPicPr>
          <p:nvPr userDrawn="1"/>
        </p:nvPicPr>
        <p:blipFill>
          <a:blip r:embed="rId8"/>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7038524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box1V1">
    <p:bg>
      <p:bgPr>
        <a:solidFill>
          <a:schemeClr val="bg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802238"/>
            <a:ext cx="5292179" cy="902246"/>
          </a:xfrm>
          <a:prstGeom prst="rect">
            <a:avLst/>
          </a:prstGeom>
        </p:spPr>
        <p:txBody>
          <a:bodyPr vert="horz" wrap="square" lIns="0" tIns="216000" rIns="0" bIns="0" rtlCol="0" anchor="t" anchorCtr="0">
            <a:noAutofit/>
          </a:bodyPr>
          <a:lstStyle>
            <a:lvl1pPr algn="l">
              <a:lnSpc>
                <a:spcPct val="80000"/>
              </a:lnSpc>
              <a:defRPr sz="3000" b="0" spc="0" baseline="0">
                <a:solidFill>
                  <a:schemeClr val="tx1"/>
                </a:solidFill>
                <a:latin typeface="Arial" panose="020B0604020202020204" pitchFamily="34" charset="0"/>
                <a:cs typeface="Arial" panose="020B0604020202020204" pitchFamily="34" charset="0"/>
              </a:defRPr>
            </a:lvl1pPr>
          </a:lstStyle>
          <a:p>
            <a:pPr lvl="0"/>
            <a:r>
              <a:rPr lang="en-US" dirty="0"/>
              <a:t>Click To Edit Master TextStyles</a:t>
            </a:r>
            <a:br>
              <a:rPr lang="en-US" dirty="0"/>
            </a:b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0" y="1861241"/>
            <a:ext cx="5292179" cy="369332"/>
          </a:xfrm>
        </p:spPr>
        <p:txBody>
          <a:bodyPr wrap="square" lIns="0" tIns="0" rIns="0" bIns="0" anchor="b" anchorCtr="0">
            <a:noAutofit/>
          </a:bodyPr>
          <a:lstStyle>
            <a:lvl1pPr marL="0" indent="0" algn="l">
              <a:spcBef>
                <a:spcPts val="450"/>
              </a:spcBef>
              <a:buNone/>
              <a:defRPr sz="1200" b="1" spc="0" baseline="0">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8" name="Footer Placeholder">
            <a:extLst>
              <a:ext uri="{FF2B5EF4-FFF2-40B4-BE49-F238E27FC236}">
                <a16:creationId xmlns:a16="http://schemas.microsoft.com/office/drawing/2014/main" id="{832DB304-7E5E-DA1E-806F-E20C54C59C52}"/>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tx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4" name="Straight Connector 3">
            <a:extLst>
              <a:ext uri="{FF2B5EF4-FFF2-40B4-BE49-F238E27FC236}">
                <a16:creationId xmlns:a16="http://schemas.microsoft.com/office/drawing/2014/main" id="{70E9A755-994B-1EFD-FC7E-10A9E1DC814E}"/>
              </a:ext>
            </a:extLst>
          </p:cNvPr>
          <p:cNvCxnSpPr>
            <a:cxnSpLocks/>
          </p:cNvCxnSpPr>
          <p:nvPr userDrawn="1"/>
        </p:nvCxnSpPr>
        <p:spPr>
          <a:xfrm>
            <a:off x="440532" y="670532"/>
            <a:ext cx="529217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13" name="Text Placeholder">
            <a:extLst>
              <a:ext uri="{FF2B5EF4-FFF2-40B4-BE49-F238E27FC236}">
                <a16:creationId xmlns:a16="http://schemas.microsoft.com/office/drawing/2014/main" id="{729A96BD-69DB-BCA6-59BB-5947B38CC191}"/>
              </a:ext>
            </a:extLst>
          </p:cNvPr>
          <p:cNvSpPr>
            <a:spLocks noGrp="1"/>
          </p:cNvSpPr>
          <p:nvPr>
            <p:ph type="body" idx="36"/>
            <p:custDataLst>
              <p:tags r:id="rId4"/>
            </p:custDataLst>
          </p:nvPr>
        </p:nvSpPr>
        <p:spPr>
          <a:xfrm>
            <a:off x="440530" y="2239255"/>
            <a:ext cx="5292179" cy="2460416"/>
          </a:xfrm>
        </p:spPr>
        <p:txBody>
          <a:bodyPr wrap="square" lIns="0" tIns="180000" rIns="0" bIns="0" anchor="t" anchorCtr="0">
            <a:noAutofit/>
          </a:bodyPr>
          <a:lstStyle>
            <a:lvl1pPr marL="0" indent="0" algn="l">
              <a:lnSpc>
                <a:spcPct val="120000"/>
              </a:lnSpc>
              <a:spcBef>
                <a:spcPts val="0"/>
              </a:spcBef>
              <a:buNone/>
              <a:defRPr sz="975">
                <a:solidFill>
                  <a:schemeClr val="tx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p>
        </p:txBody>
      </p:sp>
      <p:sp>
        <p:nvSpPr>
          <p:cNvPr id="3" name="Rectangle 2">
            <a:extLst>
              <a:ext uri="{FF2B5EF4-FFF2-40B4-BE49-F238E27FC236}">
                <a16:creationId xmlns:a16="http://schemas.microsoft.com/office/drawing/2014/main" id="{2C34D907-1771-9B95-F433-53562EE5BD5D}"/>
              </a:ext>
            </a:extLst>
          </p:cNvPr>
          <p:cNvSpPr/>
          <p:nvPr userDrawn="1"/>
        </p:nvSpPr>
        <p:spPr>
          <a:xfrm>
            <a:off x="440531" y="655243"/>
            <a:ext cx="1944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6" name="Picture Placeholder 5">
            <a:extLst>
              <a:ext uri="{FF2B5EF4-FFF2-40B4-BE49-F238E27FC236}">
                <a16:creationId xmlns:a16="http://schemas.microsoft.com/office/drawing/2014/main" id="{D522E790-B18C-B6D4-FD73-F9C6A41DD8C1}"/>
              </a:ext>
            </a:extLst>
          </p:cNvPr>
          <p:cNvSpPr>
            <a:spLocks noGrp="1"/>
          </p:cNvSpPr>
          <p:nvPr>
            <p:ph type="pic" sz="quarter" idx="37"/>
          </p:nvPr>
        </p:nvSpPr>
        <p:spPr>
          <a:xfrm>
            <a:off x="6056710" y="438152"/>
            <a:ext cx="2646759" cy="4261245"/>
          </a:xfrm>
        </p:spPr>
        <p:txBody>
          <a:bodyPr/>
          <a:lstStyle/>
          <a:p>
            <a:endParaRPr lang="ru-RU"/>
          </a:p>
        </p:txBody>
      </p:sp>
      <p:sp>
        <p:nvSpPr>
          <p:cNvPr id="16" name="Rectangle 15">
            <a:extLst>
              <a:ext uri="{FF2B5EF4-FFF2-40B4-BE49-F238E27FC236}">
                <a16:creationId xmlns:a16="http://schemas.microsoft.com/office/drawing/2014/main" id="{02E389E2-0E1A-7403-BF49-14BC88DC32E6}"/>
              </a:ext>
            </a:extLst>
          </p:cNvPr>
          <p:cNvSpPr/>
          <p:nvPr userDrawn="1"/>
        </p:nvSpPr>
        <p:spPr>
          <a:xfrm>
            <a:off x="0" y="5062500"/>
            <a:ext cx="9144000" cy="81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5" name="Free Badge"/>
          <p:cNvPicPr>
            <a:picLocks noChangeAspect="1"/>
          </p:cNvPicPr>
          <p:nvPr userDrawn="1"/>
        </p:nvPicPr>
        <p:blipFill>
          <a:blip r:embed="rId6"/>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18726666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p:bg>
      <p:bgPr>
        <a:solidFill>
          <a:schemeClr val="accent1"/>
        </a:solidFill>
        <a:effectLst/>
      </p:bgPr>
    </p:bg>
    <p:spTree>
      <p:nvGrpSpPr>
        <p:cNvPr id="1" name=""/>
        <p:cNvGrpSpPr/>
        <p:nvPr/>
      </p:nvGrpSpPr>
      <p:grpSpPr>
        <a:xfrm>
          <a:off x="0" y="0"/>
          <a:ext cx="0" cy="0"/>
          <a:chOff x="0" y="0"/>
          <a:chExt cx="0" cy="0"/>
        </a:xfrm>
      </p:grpSpPr>
      <p:sp>
        <p:nvSpPr>
          <p:cNvPr id="7" name="Title Placeholder">
            <a:extLst>
              <a:ext uri="{FF2B5EF4-FFF2-40B4-BE49-F238E27FC236}">
                <a16:creationId xmlns:a16="http://schemas.microsoft.com/office/drawing/2014/main" id="{365F4140-01A9-CA27-95B0-9995EFE83268}"/>
              </a:ext>
            </a:extLst>
          </p:cNvPr>
          <p:cNvSpPr>
            <a:spLocks noGrp="1"/>
          </p:cNvSpPr>
          <p:nvPr>
            <p:ph type="title" hasCustomPrompt="1"/>
            <p:custDataLst>
              <p:tags r:id="rId1"/>
            </p:custDataLst>
          </p:nvPr>
        </p:nvSpPr>
        <p:spPr>
          <a:xfrm>
            <a:off x="440531" y="1275110"/>
            <a:ext cx="5454254" cy="1411386"/>
          </a:xfrm>
          <a:prstGeom prst="rect">
            <a:avLst/>
          </a:prstGeom>
        </p:spPr>
        <p:txBody>
          <a:bodyPr vert="horz" wrap="square" lIns="0" tIns="108000" rIns="0" bIns="0" rtlCol="0" anchor="b" anchorCtr="0">
            <a:noAutofit/>
          </a:bodyPr>
          <a:lstStyle>
            <a:lvl1pPr algn="l">
              <a:lnSpc>
                <a:spcPct val="80000"/>
              </a:lnSpc>
              <a:defRPr sz="3600" b="0" spc="0" baseline="0">
                <a:solidFill>
                  <a:schemeClr val="bg1"/>
                </a:solidFill>
                <a:latin typeface="Arial" panose="020B0604020202020204" pitchFamily="34" charset="0"/>
                <a:cs typeface="Arial" panose="020B0604020202020204" pitchFamily="34" charset="0"/>
              </a:defRPr>
            </a:lvl1pPr>
          </a:lstStyle>
          <a:p>
            <a:pPr lvl="0"/>
            <a:r>
              <a:rPr lang="en-US" dirty="0"/>
              <a:t>Click To Edit Master TextStyles</a:t>
            </a:r>
            <a:endParaRPr lang="ru-RU" dirty="0"/>
          </a:p>
        </p:txBody>
      </p:sp>
      <p:sp>
        <p:nvSpPr>
          <p:cNvPr id="2" name="Subtitle Placeholder">
            <a:extLst>
              <a:ext uri="{FF2B5EF4-FFF2-40B4-BE49-F238E27FC236}">
                <a16:creationId xmlns:a16="http://schemas.microsoft.com/office/drawing/2014/main" id="{A1E8A89B-645C-8AB1-3B52-88BB68EB59DC}"/>
              </a:ext>
            </a:extLst>
          </p:cNvPr>
          <p:cNvSpPr>
            <a:spLocks noGrp="1"/>
          </p:cNvSpPr>
          <p:nvPr>
            <p:ph type="body" idx="26" hasCustomPrompt="1"/>
            <p:custDataLst>
              <p:tags r:id="rId2"/>
            </p:custDataLst>
          </p:nvPr>
        </p:nvSpPr>
        <p:spPr>
          <a:xfrm>
            <a:off x="440532" y="2960550"/>
            <a:ext cx="4131469" cy="1107996"/>
          </a:xfrm>
        </p:spPr>
        <p:txBody>
          <a:bodyPr wrap="square" lIns="0" tIns="0" rIns="0" bIns="0" anchor="t" anchorCtr="0">
            <a:noAutofit/>
          </a:bodyPr>
          <a:lstStyle>
            <a:lvl1pPr marL="0" indent="0" algn="l">
              <a:lnSpc>
                <a:spcPct val="120000"/>
              </a:lnSpc>
              <a:spcBef>
                <a:spcPts val="0"/>
              </a:spcBef>
              <a:buNone/>
              <a:defRPr sz="1200" b="1" spc="0" baseline="0">
                <a:solidFill>
                  <a:schemeClr val="bg1"/>
                </a:solidFill>
                <a:latin typeface="Arial" panose="020B0604020202020204" pitchFamily="34" charset="0"/>
                <a:cs typeface="Arial" panose="020B0604020202020204" pitchFamily="34" charset="0"/>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dirty="0"/>
              <a:t>Click To Edit Master Text Styles</a:t>
            </a:r>
            <a:br>
              <a:rPr lang="en-US" dirty="0"/>
            </a:br>
            <a:br>
              <a:rPr lang="en-US" dirty="0"/>
            </a:br>
            <a:br>
              <a:rPr lang="en-US" dirty="0"/>
            </a:br>
            <a:br>
              <a:rPr lang="en-US" dirty="0"/>
            </a:br>
            <a:br>
              <a:rPr lang="en-US" dirty="0"/>
            </a:br>
            <a:endParaRPr lang="en-US" dirty="0"/>
          </a:p>
        </p:txBody>
      </p:sp>
      <p:sp>
        <p:nvSpPr>
          <p:cNvPr id="3" name="Footer Placeholder">
            <a:extLst>
              <a:ext uri="{FF2B5EF4-FFF2-40B4-BE49-F238E27FC236}">
                <a16:creationId xmlns:a16="http://schemas.microsoft.com/office/drawing/2014/main" id="{248D3DA2-2698-1CC7-89F4-A455C936A4D1}"/>
              </a:ext>
            </a:extLst>
          </p:cNvPr>
          <p:cNvSpPr>
            <a:spLocks noGrp="1"/>
          </p:cNvSpPr>
          <p:nvPr>
            <p:ph type="body" sz="quarter" idx="22" hasCustomPrompt="1"/>
            <p:custDataLst>
              <p:tags r:id="rId3"/>
            </p:custDataLst>
          </p:nvPr>
        </p:nvSpPr>
        <p:spPr>
          <a:xfrm>
            <a:off x="440532" y="411868"/>
            <a:ext cx="3550168" cy="126958"/>
          </a:xfrm>
        </p:spPr>
        <p:txBody>
          <a:bodyPr wrap="square" lIns="0" tIns="0" rIns="0" bIns="0">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sz="825">
                <a:solidFill>
                  <a:schemeClr val="bg1">
                    <a:alpha val="50000"/>
                  </a:schemeClr>
                </a:solidFill>
                <a:latin typeface="Arial" panose="020B0604020202020204" pitchFamily="34" charset="0"/>
                <a:cs typeface="Arial" panose="020B0604020202020204" pitchFamily="34" charset="0"/>
              </a:defRPr>
            </a:lvl1pPr>
            <a:lvl5pPr marL="1371600" indent="0">
              <a:buNone/>
              <a:defRPr/>
            </a:lvl5pPr>
          </a:lstStyle>
          <a:p>
            <a:pPr marL="0" marR="0" lvl="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a:pPr>
            <a:r>
              <a:rPr lang="en-US" dirty="0"/>
              <a:t>Click To Edit Master Text Style</a:t>
            </a:r>
            <a:endParaRPr lang="ru-RU" dirty="0"/>
          </a:p>
        </p:txBody>
      </p:sp>
      <p:cxnSp>
        <p:nvCxnSpPr>
          <p:cNvPr id="6" name="Straight Connector 5">
            <a:extLst>
              <a:ext uri="{FF2B5EF4-FFF2-40B4-BE49-F238E27FC236}">
                <a16:creationId xmlns:a16="http://schemas.microsoft.com/office/drawing/2014/main" id="{AA8D1CC9-A497-281E-9565-A24F0DD5F909}"/>
              </a:ext>
            </a:extLst>
          </p:cNvPr>
          <p:cNvCxnSpPr>
            <a:cxnSpLocks/>
          </p:cNvCxnSpPr>
          <p:nvPr userDrawn="1"/>
        </p:nvCxnSpPr>
        <p:spPr>
          <a:xfrm>
            <a:off x="440531" y="670532"/>
            <a:ext cx="8262938" cy="0"/>
          </a:xfrm>
          <a:prstGeom prst="line">
            <a:avLst/>
          </a:prstGeom>
          <a:ln w="12700">
            <a:solidFill>
              <a:schemeClr val="accent2"/>
            </a:solidFill>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168CD30F-5514-BA53-C07C-897AA9810395}"/>
              </a:ext>
            </a:extLst>
          </p:cNvPr>
          <p:cNvSpPr/>
          <p:nvPr userDrawn="1"/>
        </p:nvSpPr>
        <p:spPr>
          <a:xfrm>
            <a:off x="440531" y="655243"/>
            <a:ext cx="4050000" cy="32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solidFill>
                <a:schemeClr val="accent1"/>
              </a:solidFill>
            </a:endParaRPr>
          </a:p>
        </p:txBody>
      </p:sp>
      <p:sp>
        <p:nvSpPr>
          <p:cNvPr id="4" name="Rectangle 3">
            <a:extLst>
              <a:ext uri="{FF2B5EF4-FFF2-40B4-BE49-F238E27FC236}">
                <a16:creationId xmlns:a16="http://schemas.microsoft.com/office/drawing/2014/main" id="{F28F8DEE-EAE7-4611-DCFB-2DCA31D1D948}"/>
              </a:ext>
            </a:extLst>
          </p:cNvPr>
          <p:cNvSpPr/>
          <p:nvPr userDrawn="1"/>
        </p:nvSpPr>
        <p:spPr>
          <a:xfrm>
            <a:off x="0" y="5062500"/>
            <a:ext cx="9144000" cy="81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ru-RU" sz="1350"/>
          </a:p>
        </p:txBody>
      </p:sp>
      <p:pic>
        <p:nvPicPr>
          <p:cNvPr id="11" name="Graphic 10">
            <a:extLst>
              <a:ext uri="{FF2B5EF4-FFF2-40B4-BE49-F238E27FC236}">
                <a16:creationId xmlns:a16="http://schemas.microsoft.com/office/drawing/2014/main" id="{C67FEFAF-AAF4-315E-2AA1-3F0C6DFC59AA}"/>
              </a:ext>
            </a:extLst>
          </p:cNvPr>
          <p:cNvPicPr>
            <a:picLocks noChangeAspect="1"/>
          </p:cNvPicPr>
          <p:nvPr userDrawn="1"/>
        </p:nvPicPr>
        <p:blipFill>
          <a:blip r:embed="rId5">
            <a:extLst>
              <a:ext uri="{96DAC541-7B7A-43D3-8B79-37D633B846F1}">
                <asvg:svgBlip xmlns:asvg="http://schemas.microsoft.com/office/drawing/2016/SVG/main" r:embed="rId6"/>
              </a:ext>
            </a:extLst>
          </a:blip>
          <a:srcRect r="43230" b="8103"/>
          <a:stretch>
            <a:fillRect/>
          </a:stretch>
        </p:blipFill>
        <p:spPr>
          <a:xfrm>
            <a:off x="5449677" y="1779608"/>
            <a:ext cx="3694324" cy="3363893"/>
          </a:xfrm>
          <a:prstGeom prst="rect">
            <a:avLst/>
          </a:prstGeom>
        </p:spPr>
      </p:pic>
      <p:pic>
        <p:nvPicPr>
          <p:cNvPr id="8" name="Free Badge"/>
          <p:cNvPicPr>
            <a:picLocks noChangeAspect="1"/>
          </p:cNvPicPr>
          <p:nvPr userDrawn="1"/>
        </p:nvPicPr>
        <p:blipFill>
          <a:blip r:embed="rId7"/>
          <a:stretch>
            <a:fillRect/>
          </a:stretch>
        </p:blipFill>
        <p:spPr>
          <a:xfrm>
            <a:off x="7894800" y="4822200"/>
            <a:ext cx="850500" cy="205200"/>
          </a:xfrm>
          <a:prstGeom prst="rect">
            <a:avLst/>
          </a:prstGeom>
        </p:spPr>
      </p:pic>
    </p:spTree>
    <p:extLst>
      <p:ext uri="{BB962C8B-B14F-4D97-AF65-F5344CB8AC3E}">
        <p14:creationId xmlns:p14="http://schemas.microsoft.com/office/powerpoint/2010/main" val="4808185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tags" Target="../tags/tag1.xml"/><Relationship Id="rId3"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2.xml"/><Relationship Id="rId4" Type="http://schemas.openxmlformats.org/officeDocument/2006/relationships/tags" Target="../tags/tag2.xml"/><Relationship Id="rId5" Type="http://schemas.openxmlformats.org/officeDocument/2006/relationships/tags" Target="../tags/tag3.xml"/><Relationship Id="rId6"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 Id="rId3" Type="http://schemas.openxmlformats.org/officeDocument/2006/relationships/tags" Target="../tags/tag4.xml"/><Relationship Id="rId4" Type="http://schemas.openxmlformats.org/officeDocument/2006/relationships/tags" Target="../tags/tag5.xml"/><Relationship Id="rId5" Type="http://schemas.openxmlformats.org/officeDocument/2006/relationships/image" Target="../media/image1.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theme" Target="../theme/theme4.xml"/><Relationship Id="rId7" Type="http://schemas.openxmlformats.org/officeDocument/2006/relationships/tags" Target="../tags/tag6.xml"/><Relationship Id="rId8" Type="http://schemas.openxmlformats.org/officeDocument/2006/relationships/image" Target="../media/image1.e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5.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image" Target="../media/image1.emf"/></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theme" Target="../theme/theme6.xml"/><Relationship Id="rId5" Type="http://schemas.openxmlformats.org/officeDocument/2006/relationships/tags" Target="../tags/tag9.xml"/><Relationship Id="rId6" Type="http://schemas.openxmlformats.org/officeDocument/2006/relationships/tags" Target="../tags/tag10.xml"/><Relationship Id="rId7" Type="http://schemas.openxmlformats.org/officeDocument/2006/relationships/tags" Target="../tags/tag11.xml"/><Relationship Id="rId8" Type="http://schemas.openxmlformats.org/officeDocument/2006/relationships/image" Target="../media/image1.emf"/></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theme" Target="../theme/theme7.xml"/><Relationship Id="rId10" Type="http://schemas.openxmlformats.org/officeDocument/2006/relationships/tags" Target="../tags/tag26.xml"/><Relationship Id="rId11" Type="http://schemas.openxmlformats.org/officeDocument/2006/relationships/tags" Target="../tags/tag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Bild 5">
            <a:extLst>
              <a:ext uri="{FF2B5EF4-FFF2-40B4-BE49-F238E27FC236}">
                <a16:creationId xmlns:a16="http://schemas.microsoft.com/office/drawing/2014/main" id="{672FFD4B-953E-1948-9D3C-E799629962F0}"/>
              </a:ext>
            </a:extLst>
          </p:cNvPr>
          <p:cNvPicPr>
            <a:picLocks noGrp="1" noSelect="1" noRot="1" noMove="1" noResize="1" noEditPoints="1" noAdjustHandles="1" noChangeArrowheads="1" noChangeShapeType="1"/>
          </p:cNvPicPr>
          <p:nvPr userDrawn="1">
            <p:custDataLst>
              <p:tags r:id="rId2"/>
            </p:custDataLst>
          </p:nvPr>
        </p:nvPicPr>
        <p:blipFill>
          <a:blip r:embed="rId3">
            <a:extLst>
              <a:ext uri="{28A0092B-C50C-407E-A947-70E740481C1C}">
                <a14:useLocalDpi xmlns:a14="http://schemas.microsoft.com/office/drawing/2010/main" val="0"/>
              </a:ext>
            </a:extLst>
          </a:blip>
          <a:stretch>
            <a:fillRect/>
          </a:stretch>
        </p:blipFill>
        <p:spPr>
          <a:xfrm>
            <a:off x="2895600" y="270000"/>
            <a:ext cx="4603750" cy="3683000"/>
          </a:xfrm>
          <a:prstGeom prst="rect">
            <a:avLst/>
          </a:prstGeom>
        </p:spPr>
      </p:pic>
    </p:spTree>
    <p:extLst>
      <p:ext uri="{BB962C8B-B14F-4D97-AF65-F5344CB8AC3E}">
        <p14:creationId xmlns:p14="http://schemas.microsoft.com/office/powerpoint/2010/main" val="3529454249"/>
      </p:ext>
    </p:extLst>
  </p:cSld>
  <p:clrMap bg1="lt1" tx1="dk1" bg2="lt2" tx2="dk2" accent1="accent1" accent2="accent2" accent3="accent3" accent4="accent4" accent5="accent5" accent6="accent6" hlink="hlink" folHlink="folHlink"/>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platzhalter 14">
            <a:extLst>
              <a:ext uri="{FF2B5EF4-FFF2-40B4-BE49-F238E27FC236}">
                <a16:creationId xmlns:a16="http://schemas.microsoft.com/office/drawing/2014/main" id="{D1CC1DEE-A5BE-164E-9082-DE28396C7C56}"/>
              </a:ext>
            </a:extLst>
          </p:cNvPr>
          <p:cNvSpPr>
            <a:spLocks noGrp="1" noRot="1" noMove="1" noResize="1" noEditPoints="1" noAdjustHandles="1" noChangeArrowheads="1" noChangeShapeType="1"/>
          </p:cNvSpPr>
          <p:nvPr>
            <p:ph type="title"/>
            <p:custDataLst>
              <p:tags r:id="rId4"/>
            </p:custDataLst>
          </p:nvPr>
        </p:nvSpPr>
        <p:spPr>
          <a:xfrm>
            <a:off x="540000" y="187200"/>
            <a:ext cx="7020000" cy="410369"/>
          </a:xfrm>
          <a:prstGeom prst="rect">
            <a:avLst/>
          </a:prstGeom>
        </p:spPr>
        <p:txBody>
          <a:bodyPr vert="horz" lIns="0" tIns="0" rIns="0" bIns="0" rtlCol="0" anchor="b" anchorCtr="0">
            <a:noAutofit/>
          </a:bodyPr>
          <a:lstStyle/>
          <a:p>
            <a:r>
              <a:rPr lang="de-DE" dirty="0"/>
              <a:t>Titel A:  (Arial 28pt., rot, max. 1 Zeile) </a:t>
            </a:r>
          </a:p>
        </p:txBody>
      </p:sp>
      <p:pic>
        <p:nvPicPr>
          <p:cNvPr id="8" name="Bild 5">
            <a:extLst>
              <a:ext uri="{FF2B5EF4-FFF2-40B4-BE49-F238E27FC236}">
                <a16:creationId xmlns:a16="http://schemas.microsoft.com/office/drawing/2014/main" id="{8EF88773-CF19-0446-8E72-82C3FC2CA652}"/>
              </a:ext>
            </a:extLst>
          </p:cNvPr>
          <p:cNvPicPr>
            <a:picLocks noGrp="1" noSelect="1" noRot="1" noMove="1" noResize="1" noEditPoints="1" noAdjustHandles="1" noChangeArrowheads="1" noChangeShapeType="1"/>
          </p:cNvPicPr>
          <p:nvPr userDrawn="1">
            <p:custDataLst>
              <p:tags r:id="rId5"/>
            </p:custDataLst>
          </p:nvPr>
        </p:nvPicPr>
        <p:blipFill>
          <a:blip r:embed="rId6"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742856631"/>
      </p:ext>
    </p:extLst>
  </p:cSld>
  <p:clrMap bg1="lt1" tx1="dk1" bg2="lt2" tx2="dk2" accent1="accent1" accent2="accent2" accent3="accent3" accent4="accent4" accent5="accent5" accent6="accent6" hlink="hlink" folHlink="folHlink"/>
  <p:sldLayoutIdLst>
    <p:sldLayoutId id="2147483750" r:id="rId1"/>
    <p:sldLayoutId id="2147483765" r:id="rId2"/>
  </p:sldLayoutIdLst>
  <p:hf hdr="0" dt="0"/>
  <p:txStyles>
    <p:titleStyle>
      <a:lvl1pPr algn="l" defTabSz="914400"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userDrawn="1">
          <p15:clr>
            <a:srgbClr val="F26B43"/>
          </p15:clr>
        </p15:guide>
        <p15:guide id="3" pos="4752" userDrawn="1">
          <p15:clr>
            <a:srgbClr val="F26B43"/>
          </p15:clr>
        </p15:guide>
        <p15:guide id="4" pos="5664" userDrawn="1">
          <p15:clr>
            <a:srgbClr val="F26B43"/>
          </p15:clr>
        </p15:guide>
        <p15:guide id="6" pos="336" userDrawn="1">
          <p15:clr>
            <a:srgbClr val="F26B43"/>
          </p15:clr>
        </p15:guide>
        <p15:guide id="13" orient="horz" pos="836" userDrawn="1">
          <p15:clr>
            <a:srgbClr val="F26B43"/>
          </p15:clr>
        </p15:guide>
        <p15:guide id="15" orient="horz" pos="631" userDrawn="1">
          <p15:clr>
            <a:srgbClr val="F26B43"/>
          </p15:clr>
        </p15:guide>
        <p15:guide id="21" orient="horz" pos="1208" userDrawn="1">
          <p15:clr>
            <a:srgbClr val="F26B43"/>
          </p15:clr>
        </p15:guide>
        <p15:guide id="22" orient="horz" pos="472"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platzhalter 14">
            <a:extLst>
              <a:ext uri="{FF2B5EF4-FFF2-40B4-BE49-F238E27FC236}">
                <a16:creationId xmlns:a16="http://schemas.microsoft.com/office/drawing/2014/main" id="{D1CC1DEE-A5BE-164E-9082-DE28396C7C56}"/>
              </a:ext>
            </a:extLst>
          </p:cNvPr>
          <p:cNvSpPr>
            <a:spLocks noGrp="1" noRot="1" noMove="1" noResize="1" noEditPoints="1" noAdjustHandles="1" noChangeArrowheads="1" noChangeShapeType="1"/>
          </p:cNvSpPr>
          <p:nvPr>
            <p:ph type="title"/>
            <p:custDataLst>
              <p:tags r:id="rId3"/>
            </p:custDataLst>
          </p:nvPr>
        </p:nvSpPr>
        <p:spPr>
          <a:xfrm>
            <a:off x="540000" y="1220400"/>
            <a:ext cx="7020000" cy="900000"/>
          </a:xfrm>
          <a:prstGeom prst="rect">
            <a:avLst/>
          </a:prstGeom>
        </p:spPr>
        <p:txBody>
          <a:bodyPr vert="horz" wrap="square" lIns="0" tIns="0" rIns="0" bIns="0" rtlCol="0" anchor="b" anchorCtr="0">
            <a:noAutofit/>
          </a:bodyPr>
          <a:lstStyle/>
          <a:p>
            <a:r>
              <a:rPr lang="de-DE" dirty="0"/>
              <a:t>Titel A (Arial 28/32pt., </a:t>
            </a:r>
            <a:br>
              <a:rPr lang="de-DE" dirty="0"/>
            </a:br>
            <a:r>
              <a:rPr lang="de-DE" dirty="0"/>
              <a:t>rot, max. 2 Zeilen) </a:t>
            </a:r>
          </a:p>
        </p:txBody>
      </p:sp>
      <p:pic>
        <p:nvPicPr>
          <p:cNvPr id="4" name="Bild 5">
            <a:extLst>
              <a:ext uri="{FF2B5EF4-FFF2-40B4-BE49-F238E27FC236}">
                <a16:creationId xmlns:a16="http://schemas.microsoft.com/office/drawing/2014/main" id="{FCC3D389-9973-964B-91ED-5643E78F35AA}"/>
              </a:ext>
            </a:extLst>
          </p:cNvPr>
          <p:cNvPicPr>
            <a:picLocks noGrp="1" noSelect="1" noRot="1" noMove="1" noResize="1" noEditPoints="1" noAdjustHandles="1" noChangeArrowheads="1" noChangeShapeType="1"/>
          </p:cNvPicPr>
          <p:nvPr userDrawn="1">
            <p:custDataLst>
              <p:tags r:id="rId4"/>
            </p:custDataLst>
          </p:nvPr>
        </p:nvPicPr>
        <p:blipFill>
          <a:blip r:embed="rId5"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4081700730"/>
      </p:ext>
    </p:extLst>
  </p:cSld>
  <p:clrMap bg1="lt1" tx1="dk1" bg2="lt2" tx2="dk2" accent1="accent1" accent2="accent2" accent3="accent3" accent4="accent4" accent5="accent5" accent6="accent6" hlink="hlink" folHlink="folHlink"/>
  <p:sldLayoutIdLst>
    <p:sldLayoutId id="2147483756" r:id="rId1"/>
  </p:sldLayoutIdLst>
  <p:hf hdr="0" dt="0"/>
  <p:txStyles>
    <p:titleStyle>
      <a:lvl1pPr algn="l" defTabSz="914400"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284" userDrawn="1">
          <p15:clr>
            <a:srgbClr val="F26B43"/>
          </p15:clr>
        </p15:guide>
        <p15:guide id="2" pos="336">
          <p15:clr>
            <a:srgbClr val="F26B43"/>
          </p15:clr>
        </p15:guide>
        <p15:guide id="3" pos="4752" userDrawn="1">
          <p15:clr>
            <a:srgbClr val="F26B43"/>
          </p15:clr>
        </p15:guide>
        <p15:guide id="4" pos="5664" userDrawn="1">
          <p15:clr>
            <a:srgbClr val="F26B43"/>
          </p15:clr>
        </p15:guide>
        <p15:guide id="6" orient="horz" pos="1432" userDrawn="1">
          <p15:clr>
            <a:srgbClr val="F26B43"/>
          </p15:clr>
        </p15:guide>
        <p15:guide id="12" orient="horz" pos="2255"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p:cNvSpPr>
          <p:nvPr>
            <p:ph type="title"/>
          </p:nvPr>
        </p:nvSpPr>
        <p:spPr>
          <a:xfrm>
            <a:off x="540000" y="676800"/>
            <a:ext cx="7020000" cy="410369"/>
          </a:xfrm>
          <a:prstGeom prst="rect">
            <a:avLst/>
          </a:prstGeom>
        </p:spPr>
        <p:txBody>
          <a:bodyPr vert="horz" lIns="0" tIns="0" rIns="0" bIns="0" rtlCol="0" anchor="t">
            <a:spAutoFit/>
          </a:bodyPr>
          <a:lstStyle/>
          <a:p>
            <a:r>
              <a:rPr lang="de-DE" dirty="0"/>
              <a:t>Titel A (Arial 28pt., rot, max. 1 Zeile) </a:t>
            </a:r>
          </a:p>
        </p:txBody>
      </p:sp>
      <p:sp>
        <p:nvSpPr>
          <p:cNvPr id="5" name="Rechteck 4">
            <a:extLst>
              <a:ext uri="{FF2B5EF4-FFF2-40B4-BE49-F238E27FC236}">
                <a16:creationId xmlns:a16="http://schemas.microsoft.com/office/drawing/2014/main" id="{4EBF98FB-2886-B941-8FDB-3481055A357B}"/>
              </a:ext>
            </a:extLst>
          </p:cNvPr>
          <p:cNvSpPr/>
          <p:nvPr userDrawn="1"/>
        </p:nvSpPr>
        <p:spPr>
          <a:xfrm>
            <a:off x="0" y="1925998"/>
            <a:ext cx="9144000" cy="3060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bg1">
                  <a:lumMod val="85000"/>
                </a:schemeClr>
              </a:solidFill>
            </a:endParaRPr>
          </a:p>
        </p:txBody>
      </p:sp>
      <p:pic>
        <p:nvPicPr>
          <p:cNvPr id="6" name="Bild 5">
            <a:extLst>
              <a:ext uri="{FF2B5EF4-FFF2-40B4-BE49-F238E27FC236}">
                <a16:creationId xmlns:a16="http://schemas.microsoft.com/office/drawing/2014/main" id="{F06A9DEA-0FB9-8F47-9F85-6FBBED932B69}"/>
              </a:ext>
            </a:extLst>
          </p:cNvPr>
          <p:cNvPicPr>
            <a:picLocks noGrp="1" noSelect="1" noRot="1" noMove="1" noResize="1" noEditPoints="1" noAdjustHandles="1" noChangeArrowheads="1" noChangeShapeType="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
        <p:nvSpPr>
          <p:cNvPr id="7" name="Foliennummernplatzhalter 5">
            <a:extLst>
              <a:ext uri="{FF2B5EF4-FFF2-40B4-BE49-F238E27FC236}">
                <a16:creationId xmlns:a16="http://schemas.microsoft.com/office/drawing/2014/main" id="{F11E8D0C-14F6-CE42-B947-C439B799E6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AB2C14-F465-F643-BD65-D6125390A9E0}" type="slidenum">
              <a:rPr lang="de-DE" smtClean="0"/>
              <a:t>‹#›</a:t>
            </a:fld>
            <a:endParaRPr lang="de-DE"/>
          </a:p>
        </p:txBody>
      </p:sp>
      <p:sp>
        <p:nvSpPr>
          <p:cNvPr id="8" name="Foliennummernplatzhalter 5">
            <a:extLst>
              <a:ext uri="{FF2B5EF4-FFF2-40B4-BE49-F238E27FC236}">
                <a16:creationId xmlns:a16="http://schemas.microsoft.com/office/drawing/2014/main" id="{AC8EDBC1-FAB1-5049-8E88-A148342FA57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de-D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6AB2C14-F465-F643-BD65-D6125390A9E0}" type="slidenum">
              <a:rPr lang="de-DE" smtClean="0"/>
              <a:pPr/>
              <a:t>‹#›</a:t>
            </a:fld>
            <a:endParaRPr lang="de-DE"/>
          </a:p>
        </p:txBody>
      </p:sp>
      <p:sp>
        <p:nvSpPr>
          <p:cNvPr id="13" name="Foliennummernplatzhalter 5">
            <a:extLst>
              <a:ext uri="{FF2B5EF4-FFF2-40B4-BE49-F238E27FC236}">
                <a16:creationId xmlns:a16="http://schemas.microsoft.com/office/drawing/2014/main" id="{D46E2520-6889-A743-9B33-C33B30D332DC}"/>
              </a:ext>
            </a:extLst>
          </p:cNvPr>
          <p:cNvSpPr txBox="1">
            <a:spLocks/>
          </p:cNvSpPr>
          <p:nvPr userDrawn="1"/>
        </p:nvSpPr>
        <p:spPr>
          <a:xfrm>
            <a:off x="533400" y="4984750"/>
            <a:ext cx="1440000" cy="158750"/>
          </a:xfrm>
          <a:prstGeom prst="rect">
            <a:avLst/>
          </a:prstGeom>
        </p:spPr>
        <p:txBody>
          <a:bodyPr vert="horz" lIns="0" tIns="0" rIns="0" bIns="0" rtlCol="0" anchor="ctr"/>
          <a:lstStyle>
            <a:defPPr>
              <a:defRPr lang="de-DE"/>
            </a:defPPr>
            <a:lvl1pPr marL="0" algn="l" defTabSz="914400" rtl="0" eaLnBrk="1" latinLnBrk="0" hangingPunct="1">
              <a:defRPr sz="800" kern="1200">
                <a:solidFill>
                  <a:schemeClr val="tx1">
                    <a:tint val="75000"/>
                  </a:schemeClr>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EE4E90-A1E4-1B42-8CCE-F5D8D3FE1ED0}" type="slidenum">
              <a:rPr lang="de-DE" smtClean="0">
                <a:solidFill>
                  <a:schemeClr val="tx1"/>
                </a:solidFill>
              </a:rPr>
              <a:pPr/>
              <a:t>‹#›</a:t>
            </a:fld>
            <a:endParaRPr lang="de-DE" dirty="0">
              <a:solidFill>
                <a:schemeClr val="tx1"/>
              </a:solidFill>
            </a:endParaRPr>
          </a:p>
        </p:txBody>
      </p:sp>
    </p:spTree>
    <p:extLst>
      <p:ext uri="{BB962C8B-B14F-4D97-AF65-F5344CB8AC3E}">
        <p14:creationId xmlns:p14="http://schemas.microsoft.com/office/powerpoint/2010/main" val="1650500097"/>
      </p:ext>
    </p:extLst>
  </p:cSld>
  <p:clrMap bg1="lt1" tx1="dk1" bg2="lt2" tx2="dk2" accent1="accent1" accent2="accent2" accent3="accent3" accent4="accent4" accent5="accent5" accent6="accent6" hlink="hlink" folHlink="folHlink"/>
  <p:sldLayoutIdLst>
    <p:sldLayoutId id="2147483752" r:id="rId1"/>
    <p:sldLayoutId id="2147483688" r:id="rId2"/>
    <p:sldLayoutId id="2147483766" r:id="rId3"/>
    <p:sldLayoutId id="2147483754" r:id="rId4"/>
    <p:sldLayoutId id="2147483767" r:id="rId5"/>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36" userDrawn="1">
          <p15:clr>
            <a:srgbClr val="F26B43"/>
          </p15:clr>
        </p15:guide>
        <p15:guide id="4" orient="horz" pos="1380" userDrawn="1">
          <p15:clr>
            <a:srgbClr val="F26B43"/>
          </p15:clr>
        </p15:guide>
        <p15:guide id="9" pos="2688" userDrawn="1">
          <p15:clr>
            <a:srgbClr val="F26B43"/>
          </p15:clr>
        </p15:guide>
        <p15:guide id="10" pos="3072" userDrawn="1">
          <p15:clr>
            <a:srgbClr val="F26B43"/>
          </p15:clr>
        </p15:guide>
        <p15:guide id="11" pos="2880" userDrawn="1">
          <p15:clr>
            <a:srgbClr val="F26B43"/>
          </p15:clr>
        </p15:guide>
        <p15:guide id="12" pos="5424" userDrawn="1">
          <p15:clr>
            <a:srgbClr val="F26B43"/>
          </p15:clr>
        </p15:guide>
        <p15:guide id="19" orient="horz" pos="780" userDrawn="1">
          <p15:clr>
            <a:srgbClr val="F26B43"/>
          </p15:clr>
        </p15:guide>
        <p15:guide id="20" orient="horz" pos="189" userDrawn="1">
          <p15:clr>
            <a:srgbClr val="F26B43"/>
          </p15:clr>
        </p15:guide>
        <p15:guide id="24" orient="horz" pos="1213" userDrawn="1">
          <p15:clr>
            <a:srgbClr val="F26B43"/>
          </p15:clr>
        </p15:guide>
        <p15:guide id="25" orient="horz" pos="634" userDrawn="1">
          <p15:clr>
            <a:srgbClr val="F26B43"/>
          </p15:clr>
        </p15:guide>
        <p15:guide id="26" orient="horz" pos="472" userDrawn="1">
          <p15:clr>
            <a:srgbClr val="F26B43"/>
          </p15:clr>
        </p15:guide>
        <p15:guide id="29" orient="horz" pos="2981" userDrawn="1">
          <p15:clr>
            <a:srgbClr val="F26B43"/>
          </p15:clr>
        </p15:guide>
        <p15:guide id="30" orient="horz" pos="3140"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noRot="1" noMove="1" noResize="1" noEditPoints="1" noAdjustHandles="1" noChangeArrowheads="1" noChangeShapeType="1"/>
          </p:cNvSpPr>
          <p:nvPr>
            <p:ph type="title"/>
            <p:custDataLst>
              <p:tags r:id="rId3"/>
            </p:custDataLst>
          </p:nvPr>
        </p:nvSpPr>
        <p:spPr>
          <a:xfrm>
            <a:off x="540000" y="187200"/>
            <a:ext cx="7020000" cy="410369"/>
          </a:xfrm>
          <a:prstGeom prst="rect">
            <a:avLst/>
          </a:prstGeom>
        </p:spPr>
        <p:txBody>
          <a:bodyPr vert="horz" lIns="0" tIns="0" rIns="0" bIns="0" rtlCol="0" anchor="t">
            <a:spAutoFit/>
          </a:bodyPr>
          <a:lstStyle/>
          <a:p>
            <a:r>
              <a:rPr lang="de-DE" dirty="0"/>
              <a:t>Titel A (Arial 28pt., rot, max. 1 Zeile) </a:t>
            </a:r>
          </a:p>
        </p:txBody>
      </p:sp>
      <p:pic>
        <p:nvPicPr>
          <p:cNvPr id="6" name="Bild 5">
            <a:extLst>
              <a:ext uri="{FF2B5EF4-FFF2-40B4-BE49-F238E27FC236}">
                <a16:creationId xmlns:a16="http://schemas.microsoft.com/office/drawing/2014/main" id="{F06A9DEA-0FB9-8F47-9F85-6FBBED932B69}"/>
              </a:ext>
            </a:extLst>
          </p:cNvPr>
          <p:cNvPicPr>
            <a:picLocks noGrp="1" noSelect="1" noRot="1" noMove="1" noResize="1" noEditPoints="1" noAdjustHandles="1" noChangeArrowheads="1" noChangeShapeType="1"/>
          </p:cNvPicPr>
          <p:nvPr userDrawn="1">
            <p:custDataLst>
              <p:tags r:id="rId4"/>
            </p:custDataLst>
          </p:nvPr>
        </p:nvPicPr>
        <p:blipFill>
          <a:blip r:embed="rId5"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
        <p:nvSpPr>
          <p:cNvPr id="7" name="Foliennummernplatzhalter 5">
            <a:extLst>
              <a:ext uri="{FF2B5EF4-FFF2-40B4-BE49-F238E27FC236}">
                <a16:creationId xmlns:a16="http://schemas.microsoft.com/office/drawing/2014/main" id="{F11E8D0C-14F6-CE42-B947-C439B799E65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AB2C14-F465-F643-BD65-D6125390A9E0}" type="slidenum">
              <a:rPr lang="de-DE" smtClean="0"/>
              <a:t>‹#›</a:t>
            </a:fld>
            <a:endParaRPr lang="de-DE"/>
          </a:p>
        </p:txBody>
      </p:sp>
      <p:sp>
        <p:nvSpPr>
          <p:cNvPr id="8" name="Foliennummernplatzhalter 5">
            <a:extLst>
              <a:ext uri="{FF2B5EF4-FFF2-40B4-BE49-F238E27FC236}">
                <a16:creationId xmlns:a16="http://schemas.microsoft.com/office/drawing/2014/main" id="{AC8EDBC1-FAB1-5049-8E88-A148342FA57D}"/>
              </a:ext>
            </a:extLst>
          </p:cNvPr>
          <p:cNvSpPr txBox="1">
            <a:spLocks/>
          </p:cNvSpPr>
          <p:nvPr userDrawn="1"/>
        </p:nvSpPr>
        <p:spPr>
          <a:xfrm>
            <a:off x="8763000" y="6508750"/>
            <a:ext cx="2743200" cy="365125"/>
          </a:xfrm>
          <a:prstGeom prst="rect">
            <a:avLst/>
          </a:prstGeom>
        </p:spPr>
        <p:txBody>
          <a:bodyPr vert="horz" lIns="91440" tIns="45720" rIns="91440" bIns="45720" rtlCol="0" anchor="ctr"/>
          <a:lstStyle>
            <a:defPPr>
              <a:defRPr lang="de-D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6AB2C14-F465-F643-BD65-D6125390A9E0}" type="slidenum">
              <a:rPr lang="de-DE" smtClean="0"/>
              <a:pPr/>
              <a:t>‹#›</a:t>
            </a:fld>
            <a:endParaRPr lang="de-DE"/>
          </a:p>
        </p:txBody>
      </p:sp>
      <p:sp>
        <p:nvSpPr>
          <p:cNvPr id="13" name="Foliennummernplatzhalter 5">
            <a:extLst>
              <a:ext uri="{FF2B5EF4-FFF2-40B4-BE49-F238E27FC236}">
                <a16:creationId xmlns:a16="http://schemas.microsoft.com/office/drawing/2014/main" id="{D46E2520-6889-A743-9B33-C33B30D332DC}"/>
              </a:ext>
            </a:extLst>
          </p:cNvPr>
          <p:cNvSpPr txBox="1">
            <a:spLocks/>
          </p:cNvSpPr>
          <p:nvPr userDrawn="1"/>
        </p:nvSpPr>
        <p:spPr>
          <a:xfrm>
            <a:off x="533400" y="4984750"/>
            <a:ext cx="1440000" cy="158750"/>
          </a:xfrm>
          <a:prstGeom prst="rect">
            <a:avLst/>
          </a:prstGeom>
        </p:spPr>
        <p:txBody>
          <a:bodyPr vert="horz" lIns="0" tIns="0" rIns="0" bIns="0" rtlCol="0" anchor="ctr"/>
          <a:lstStyle>
            <a:defPPr>
              <a:defRPr lang="de-DE"/>
            </a:defPPr>
            <a:lvl1pPr marL="0" algn="l" defTabSz="914400" rtl="0" eaLnBrk="1" latinLnBrk="0" hangingPunct="1">
              <a:defRPr sz="800" kern="1200">
                <a:solidFill>
                  <a:schemeClr val="tx1">
                    <a:tint val="75000"/>
                  </a:schemeClr>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EE4E90-A1E4-1B42-8CCE-F5D8D3FE1ED0}" type="slidenum">
              <a:rPr lang="de-DE" smtClean="0">
                <a:solidFill>
                  <a:schemeClr val="tx1"/>
                </a:solidFill>
              </a:rPr>
              <a:pPr/>
              <a:t>‹#›</a:t>
            </a:fld>
            <a:endParaRPr lang="de-DE" dirty="0">
              <a:solidFill>
                <a:schemeClr val="tx1"/>
              </a:solidFill>
            </a:endParaRPr>
          </a:p>
        </p:txBody>
      </p:sp>
    </p:spTree>
    <p:extLst>
      <p:ext uri="{BB962C8B-B14F-4D97-AF65-F5344CB8AC3E}">
        <p14:creationId xmlns:p14="http://schemas.microsoft.com/office/powerpoint/2010/main" val="106798402"/>
      </p:ext>
    </p:extLst>
  </p:cSld>
  <p:clrMap bg1="lt1" tx1="dk1" bg2="lt2" tx2="dk2" accent1="accent1" accent2="accent2" accent3="accent3" accent4="accent4" accent5="accent5" accent6="accent6" hlink="hlink" folHlink="folHlink"/>
  <p:sldLayoutIdLst>
    <p:sldLayoutId id="2147483775" r:id="rId1"/>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36">
          <p15:clr>
            <a:srgbClr val="F26B43"/>
          </p15:clr>
        </p15:guide>
        <p15:guide id="4" orient="horz" pos="1380">
          <p15:clr>
            <a:srgbClr val="F26B43"/>
          </p15:clr>
        </p15:guide>
        <p15:guide id="9" pos="2688">
          <p15:clr>
            <a:srgbClr val="F26B43"/>
          </p15:clr>
        </p15:guide>
        <p15:guide id="10" pos="3072">
          <p15:clr>
            <a:srgbClr val="F26B43"/>
          </p15:clr>
        </p15:guide>
        <p15:guide id="11" pos="2880">
          <p15:clr>
            <a:srgbClr val="F26B43"/>
          </p15:clr>
        </p15:guide>
        <p15:guide id="12" pos="5424">
          <p15:clr>
            <a:srgbClr val="F26B43"/>
          </p15:clr>
        </p15:guide>
        <p15:guide id="19" orient="horz" pos="780">
          <p15:clr>
            <a:srgbClr val="F26B43"/>
          </p15:clr>
        </p15:guide>
        <p15:guide id="20" orient="horz" pos="324" userDrawn="1">
          <p15:clr>
            <a:srgbClr val="F26B43"/>
          </p15:clr>
        </p15:guide>
        <p15:guide id="24" orient="horz" pos="1213">
          <p15:clr>
            <a:srgbClr val="F26B43"/>
          </p15:clr>
        </p15:guide>
        <p15:guide id="25" orient="horz" pos="634">
          <p15:clr>
            <a:srgbClr val="F26B43"/>
          </p15:clr>
        </p15:guide>
        <p15:guide id="26" orient="horz" pos="472">
          <p15:clr>
            <a:srgbClr val="F26B43"/>
          </p15:clr>
        </p15:guide>
        <p15:guide id="29" orient="horz" pos="2981">
          <p15:clr>
            <a:srgbClr val="F26B43"/>
          </p15:clr>
        </p15:guide>
        <p15:guide id="30" orient="horz" pos="314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5" name="Titelplatzhalter 14">
            <a:extLst>
              <a:ext uri="{FF2B5EF4-FFF2-40B4-BE49-F238E27FC236}">
                <a16:creationId xmlns:a16="http://schemas.microsoft.com/office/drawing/2014/main" id="{E756D428-BAD7-3447-9927-B6A9FCF078AE}"/>
              </a:ext>
            </a:extLst>
          </p:cNvPr>
          <p:cNvSpPr>
            <a:spLocks noGrp="1" noRot="1" noMove="1" noResize="1" noEditPoints="1" noAdjustHandles="1" noChangeArrowheads="1" noChangeShapeType="1"/>
          </p:cNvSpPr>
          <p:nvPr>
            <p:ph type="title"/>
            <p:custDataLst>
              <p:tags r:id="rId5"/>
            </p:custDataLst>
          </p:nvPr>
        </p:nvSpPr>
        <p:spPr>
          <a:xfrm>
            <a:off x="540000" y="187200"/>
            <a:ext cx="7020000" cy="410369"/>
          </a:xfrm>
          <a:prstGeom prst="rect">
            <a:avLst/>
          </a:prstGeom>
        </p:spPr>
        <p:txBody>
          <a:bodyPr vert="horz" lIns="0" tIns="0" rIns="0" bIns="0" rtlCol="0" anchor="t">
            <a:spAutoFit/>
          </a:bodyPr>
          <a:lstStyle/>
          <a:p>
            <a:r>
              <a:rPr lang="de-CH" sz="2800" kern="1200" dirty="0">
                <a:solidFill>
                  <a:srgbClr val="E6002F"/>
                </a:solidFill>
                <a:effectLst/>
                <a:latin typeface="Arial" panose="020B0604020202020204" pitchFamily="34" charset="0"/>
                <a:ea typeface="+mj-ea"/>
                <a:cs typeface="Arial" panose="020B0604020202020204" pitchFamily="34" charset="0"/>
              </a:rPr>
              <a:t>Inhaltliche Guidelines</a:t>
            </a:r>
            <a:endParaRPr lang="de-DE" dirty="0"/>
          </a:p>
        </p:txBody>
      </p:sp>
      <p:sp>
        <p:nvSpPr>
          <p:cNvPr id="33" name="Textplatzhalter 3">
            <a:extLst>
              <a:ext uri="{FF2B5EF4-FFF2-40B4-BE49-F238E27FC236}">
                <a16:creationId xmlns:a16="http://schemas.microsoft.com/office/drawing/2014/main" id="{6C5C4CF1-EFE9-DB4F-BB02-A27793C328E6}"/>
              </a:ext>
            </a:extLst>
          </p:cNvPr>
          <p:cNvSpPr txBox="1">
            <a:spLocks noGrp="1" noSelect="1" noRot="1" noMove="1" noResize="1" noEditPoints="1" noAdjustHandles="1" noChangeArrowheads="1" noChangeShapeType="1" noTextEdit="1"/>
          </p:cNvSpPr>
          <p:nvPr userDrawn="1">
            <p:custDataLst>
              <p:tags r:id="rId6"/>
            </p:custDataLst>
          </p:nvPr>
        </p:nvSpPr>
        <p:spPr>
          <a:xfrm>
            <a:off x="5400000" y="5004000"/>
            <a:ext cx="3600000" cy="112851"/>
          </a:xfrm>
          <a:prstGeom prst="rect">
            <a:avLst/>
          </a:prstGeom>
        </p:spPr>
        <p:txBody>
          <a:bodyPr lIns="0" tIns="0" rIns="0" bIns="0">
            <a:spAutoFit/>
          </a:bodyPr>
          <a:lstStyle>
            <a:lvl1pPr marL="0" indent="0" algn="r" defTabSz="914377" rtl="0" eaLnBrk="1" latinLnBrk="0" hangingPunct="1">
              <a:lnSpc>
                <a:spcPct val="90000"/>
              </a:lnSpc>
              <a:spcBef>
                <a:spcPts val="0"/>
              </a:spcBef>
              <a:buFont typeface="Arial" panose="020B0604020202020204" pitchFamily="34" charset="0"/>
              <a:buNone/>
              <a:defRPr sz="800" kern="1200">
                <a:solidFill>
                  <a:schemeClr val="tx1"/>
                </a:solidFill>
                <a:latin typeface="Arial" panose="020B0604020202020204" pitchFamily="34" charset="0"/>
                <a:ea typeface="+mn-ea"/>
                <a:cs typeface="Arial" panose="020B0604020202020204" pitchFamily="34" charset="0"/>
              </a:defRPr>
            </a:lvl1pPr>
            <a:lvl2pPr marL="685783"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2pPr>
            <a:lvl3pPr marL="1142971"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3pPr>
            <a:lvl4pPr marL="1600160"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4pPr>
            <a:lvl5pPr marL="2057349" indent="-228594" algn="l" defTabSz="914377" rtl="0" eaLnBrk="1" latinLnBrk="0" hangingPunct="1">
              <a:lnSpc>
                <a:spcPct val="90000"/>
              </a:lnSpc>
              <a:spcBef>
                <a:spcPts val="500"/>
              </a:spcBef>
              <a:buFont typeface="Arial" panose="020B0604020202020204" pitchFamily="34" charset="0"/>
              <a:buChar char="•"/>
              <a:defRPr sz="700" kern="1200">
                <a:solidFill>
                  <a:schemeClr val="tx1"/>
                </a:solidFill>
                <a:latin typeface="Arial" panose="020B0604020202020204" pitchFamily="34" charset="0"/>
                <a:ea typeface="+mn-ea"/>
                <a:cs typeface="Arial" panose="020B0604020202020204" pitchFamily="34" charset="0"/>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de-DE" dirty="0"/>
              <a:t>© Copyright Kommunikation </a:t>
            </a:r>
            <a:r>
              <a:rPr lang="de-DE" dirty="0" err="1"/>
              <a:t>UniBE</a:t>
            </a:r>
            <a:r>
              <a:rPr lang="de-DE" dirty="0"/>
              <a:t>: Version 3.0, 11.2018</a:t>
            </a:r>
          </a:p>
        </p:txBody>
      </p:sp>
      <p:pic>
        <p:nvPicPr>
          <p:cNvPr id="5" name="Bild 5">
            <a:extLst>
              <a:ext uri="{FF2B5EF4-FFF2-40B4-BE49-F238E27FC236}">
                <a16:creationId xmlns:a16="http://schemas.microsoft.com/office/drawing/2014/main" id="{C6DE84E5-9B63-C34F-923D-EB0B80D7BF96}"/>
              </a:ext>
            </a:extLst>
          </p:cNvPr>
          <p:cNvPicPr>
            <a:picLocks noGrp="1" noSelect="1" noRot="1" noMove="1" noResize="1" noEditPoints="1" noAdjustHandles="1" noChangeArrowheads="1" noChangeShapeType="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7884000" y="0"/>
            <a:ext cx="1256538" cy="1006094"/>
          </a:xfrm>
          <a:prstGeom prst="rect">
            <a:avLst/>
          </a:prstGeom>
        </p:spPr>
      </p:pic>
    </p:spTree>
    <p:extLst>
      <p:ext uri="{BB962C8B-B14F-4D97-AF65-F5344CB8AC3E}">
        <p14:creationId xmlns:p14="http://schemas.microsoft.com/office/powerpoint/2010/main" val="2752052908"/>
      </p:ext>
    </p:extLst>
  </p:cSld>
  <p:clrMap bg1="lt1" tx1="dk1" bg2="lt2" tx2="dk2" accent1="accent1" accent2="accent2" accent3="accent3" accent4="accent4" accent5="accent5" accent6="accent6" hlink="hlink" folHlink="folHlink"/>
  <p:sldLayoutIdLst>
    <p:sldLayoutId id="2147483764" r:id="rId1"/>
    <p:sldLayoutId id="2147483757" r:id="rId2"/>
    <p:sldLayoutId id="2147483758" r:id="rId3"/>
  </p:sldLayoutIdLst>
  <p:hf hdr="0" dt="0"/>
  <p:txStyles>
    <p:titleStyle>
      <a:lvl1pPr algn="l" defTabSz="914377" rtl="0" eaLnBrk="1" latinLnBrk="0" hangingPunct="1">
        <a:lnSpc>
          <a:spcPts val="3200"/>
        </a:lnSpc>
        <a:spcBef>
          <a:spcPct val="0"/>
        </a:spcBef>
        <a:buNone/>
        <a:defRPr sz="2800" kern="1200">
          <a:solidFill>
            <a:srgbClr val="E6002E"/>
          </a:solidFill>
          <a:latin typeface="Arial" panose="020B0604020202020204" pitchFamily="34" charset="0"/>
          <a:ea typeface="+mj-ea"/>
          <a:cs typeface="Arial" panose="020B0604020202020204" pitchFamily="34" charset="0"/>
        </a:defRPr>
      </a:lvl1pPr>
    </p:titleStyle>
    <p:bodyStyle>
      <a:lvl1pPr marL="0" indent="0" algn="l" defTabSz="914377"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userDrawn="1">
          <p15:clr>
            <a:srgbClr val="F26B43"/>
          </p15:clr>
        </p15:guide>
        <p15:guide id="2" pos="336" userDrawn="1">
          <p15:clr>
            <a:srgbClr val="F26B43"/>
          </p15:clr>
        </p15:guide>
        <p15:guide id="3" pos="5664" userDrawn="1">
          <p15:clr>
            <a:srgbClr val="F26B43"/>
          </p15:clr>
        </p15:guide>
        <p15:guide id="7" orient="horz" pos="634" userDrawn="1">
          <p15:clr>
            <a:srgbClr val="F26B43"/>
          </p15:clr>
        </p15:guide>
        <p15:guide id="9" orient="horz" pos="472"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DBC626-9493-4173-4785-B4E4251F3E76}"/>
              </a:ext>
            </a:extLst>
          </p:cNvPr>
          <p:cNvSpPr>
            <a:spLocks noGrp="1"/>
          </p:cNvSpPr>
          <p:nvPr>
            <p:ph type="title"/>
            <p:custDataLst>
              <p:tags r:id="rId10"/>
            </p:custDataLst>
          </p:nvPr>
        </p:nvSpPr>
        <p:spPr>
          <a:xfrm>
            <a:off x="447905" y="330109"/>
            <a:ext cx="8255564" cy="757130"/>
          </a:xfrm>
          <a:prstGeom prst="rect">
            <a:avLst/>
          </a:prstGeom>
        </p:spPr>
        <p:txBody>
          <a:bodyPr vert="horz" wrap="square" lIns="91440" tIns="45720" rIns="91440" bIns="45720" rtlCol="0" anchor="ctr">
            <a:spAutoFit/>
          </a:bodyPr>
          <a:lstStyle/>
          <a:p>
            <a:r>
              <a:rPr lang="ru-RU" dirty="0"/>
              <a:t>ОБРАЗЕЦ ЗАГОЛОВКА</a:t>
            </a:r>
          </a:p>
        </p:txBody>
      </p:sp>
      <p:sp>
        <p:nvSpPr>
          <p:cNvPr id="3" name="Text Placeholder 2">
            <a:extLst>
              <a:ext uri="{FF2B5EF4-FFF2-40B4-BE49-F238E27FC236}">
                <a16:creationId xmlns:a16="http://schemas.microsoft.com/office/drawing/2014/main" id="{32DC0C7E-C392-88D5-6F37-5427AF82E737}"/>
              </a:ext>
            </a:extLst>
          </p:cNvPr>
          <p:cNvSpPr>
            <a:spLocks noGrp="1"/>
          </p:cNvSpPr>
          <p:nvPr>
            <p:ph type="body" idx="1"/>
            <p:custDataLst>
              <p:tags r:id="rId11"/>
            </p:custDataLst>
          </p:nvPr>
        </p:nvSpPr>
        <p:spPr>
          <a:xfrm>
            <a:off x="447905" y="1369219"/>
            <a:ext cx="8255564" cy="3263504"/>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2145507585"/>
      </p:ext>
    </p:extLst>
  </p:cSld>
  <p:clrMap bg1="lt1" tx1="dk1" bg2="lt2" tx2="dk2" accent1="accent1" accent2="accent2" accent3="accent3" accent4="accent4" accent5="accent5" accent6="accent6" hlink="hlink" folHlink="folHlink"/>
  <p:sldLayoutIdLst>
    <p:sldLayoutId id="2147484133" r:id="rId1"/>
    <p:sldLayoutId id="2147484130" r:id="rId2"/>
    <p:sldLayoutId id="2147484108" r:id="rId3"/>
    <p:sldLayoutId id="2147484129" r:id="rId4"/>
    <p:sldLayoutId id="2147484088" r:id="rId5"/>
    <p:sldLayoutId id="2147484075" r:id="rId6"/>
    <p:sldLayoutId id="2147484077" r:id="rId7"/>
    <p:sldLayoutId id="2147484082" r:id="rId8"/>
  </p:sldLayoutIdLst>
  <p:hf hdr="0" ftr="0" dt="0"/>
  <p:txStyles>
    <p:titleStyle>
      <a:lvl1pPr algn="l" defTabSz="914400" rtl="0" eaLnBrk="1" latinLnBrk="0" hangingPunct="1">
        <a:lnSpc>
          <a:spcPct val="90000"/>
        </a:lnSpc>
        <a:spcBef>
          <a:spcPct val="0"/>
        </a:spcBef>
        <a:buNone/>
        <a:defRPr sz="4800" b="0" kern="1200" spc="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guide id="3" pos="278" userDrawn="1">
          <p15:clr>
            <a:srgbClr val="F26B43"/>
          </p15:clr>
        </p15:guide>
        <p15:guide id="4" pos="5483" userDrawn="1">
          <p15:clr>
            <a:srgbClr val="F26B43"/>
          </p15:clr>
        </p15:guide>
        <p15:guide id="5" orient="horz" pos="276" userDrawn="1">
          <p15:clr>
            <a:srgbClr val="F26B43"/>
          </p15:clr>
        </p15:guide>
        <p15:guide id="6" orient="horz" pos="2964" userDrawn="1">
          <p15:clr>
            <a:srgbClr val="F26B43"/>
          </p15:clr>
        </p15:guide>
        <p15:guide id="12" pos="1502" userDrawn="1">
          <p15:clr>
            <a:srgbClr val="A4A3A4"/>
          </p15:clr>
        </p15:guide>
        <p15:guide id="13" pos="1604" userDrawn="1">
          <p15:clr>
            <a:srgbClr val="A4A3A4"/>
          </p15:clr>
        </p15:guide>
        <p15:guide id="14" pos="4156" userDrawn="1">
          <p15:clr>
            <a:srgbClr val="A4A3A4"/>
          </p15:clr>
        </p15:guide>
        <p15:guide id="15" pos="4258" userDrawn="1">
          <p15:clr>
            <a:srgbClr val="A4A3A4"/>
          </p15:clr>
        </p15:guide>
        <p15:guide id="16" pos="2829" userDrawn="1">
          <p15:clr>
            <a:srgbClr val="A4A3A4"/>
          </p15:clr>
        </p15:guide>
        <p15:guide id="17" pos="2931" userDrawn="1">
          <p15:clr>
            <a:srgbClr val="A4A3A4"/>
          </p15:clr>
        </p15:guide>
        <p15:guide id="18" pos="1945" userDrawn="1">
          <p15:clr>
            <a:srgbClr val="9FCC3B"/>
          </p15:clr>
        </p15:guide>
        <p15:guide id="19" pos="2047" userDrawn="1">
          <p15:clr>
            <a:srgbClr val="9FCC3B"/>
          </p15:clr>
        </p15:guide>
        <p15:guide id="20" pos="3713" userDrawn="1">
          <p15:clr>
            <a:srgbClr val="9FCC3B"/>
          </p15:clr>
        </p15:guide>
        <p15:guide id="21" pos="3815" userDrawn="1">
          <p15:clr>
            <a:srgbClr val="9FCC3B"/>
          </p15:clr>
        </p15:guide>
        <p15:guide id="22" orient="horz" pos="4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65.xml"/><Relationship Id="rId2" Type="http://schemas.openxmlformats.org/officeDocument/2006/relationships/tags" Target="../tags/tag66.xml"/><Relationship Id="rId3" Type="http://schemas.openxmlformats.org/officeDocument/2006/relationships/tags" Target="../tags/tag67.xml"/><Relationship Id="rId4" Type="http://schemas.openxmlformats.org/officeDocument/2006/relationships/tags" Target="../tags/tag68.xml"/><Relationship Id="rId5" Type="http://schemas.openxmlformats.org/officeDocument/2006/relationships/slideLayout" Target="../slideLayouts/slideLayout1.xml"/><Relationship Id="rId6" Type="http://schemas.openxmlformats.org/officeDocument/2006/relationships/image" Target="../media/image11.jpg"/><Relationship Id="rId7" Type="http://schemas.openxmlformats.org/officeDocument/2006/relationships/image" Target="../media/image12.jpg"/></Relationships>
</file>

<file path=ppt/slides/_rels/slide2.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tags" Target="../tags/tag70.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tags" Target="../tags/tag7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tags" Target="../tags/tag72.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tags" Target="../tags/tag7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tags" Target="../tags/tag74.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tags" Target="../tags/tag75.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tags" Target="../tags/tag76.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tags" Target="../tags/tag77.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tags" Target="../tags/tag79.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tags" Target="../tags/tag82.xml"/><Relationship Id="rId2" Type="http://schemas.openxmlformats.org/officeDocument/2006/relationships/tags" Target="../tags/tag83.xml"/><Relationship Id="rId3" Type="http://schemas.openxmlformats.org/officeDocument/2006/relationships/tags" Target="../tags/tag84.xml"/><Relationship Id="rId4" Type="http://schemas.openxmlformats.org/officeDocument/2006/relationships/tags" Target="../tags/tag85.xml"/><Relationship Id="rId5" Type="http://schemas.openxmlformats.org/officeDocument/2006/relationships/slideLayout" Target="../slideLayouts/slideLayout2.xml"/><Relationship Id="rId6" Type="http://schemas.openxmlformats.org/officeDocument/2006/relationships/notesSlide" Target="../notesSlides/notesSlide13.xml"/><Relationship Id="rId7" Type="http://schemas.openxmlformats.org/officeDocument/2006/relationships/image" Target="../media/image1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0A9BBE-0422-1E4D-830C-BBB56EAB9AE1}"/>
              </a:ext>
            </a:extLst>
          </p:cNvPr>
          <p:cNvSpPr>
            <a:spLocks noGrp="1" noRot="1" noMove="1" noResize="1" noEditPoints="1" noAdjustHandles="1" noChangeArrowheads="1" noChangeShapeType="1"/>
          </p:cNvSpPr>
          <p:nvPr>
            <p:ph type="title"/>
            <p:custDataLst>
              <p:tags r:id="rId1"/>
            </p:custDataLst>
          </p:nvPr>
        </p:nvSpPr>
        <p:spPr/>
        <p:txBody>
          <a:bodyPr/>
          <a:lstStyle/>
          <a:p>
            <a:r>
              <a:rPr lang="de-DE" dirty="0"/>
              <a:t>SelfHelp</a:t>
            </a:r>
          </a:p>
        </p:txBody>
      </p:sp>
      <p:sp>
        <p:nvSpPr>
          <p:cNvPr id="3" name="Textplatzhalter 2">
            <a:extLst>
              <a:ext uri="{FF2B5EF4-FFF2-40B4-BE49-F238E27FC236}">
                <a16:creationId xmlns:a16="http://schemas.microsoft.com/office/drawing/2014/main" id="{B73EC5A4-A267-4846-B7FF-60F740601534}"/>
              </a:ext>
            </a:extLst>
          </p:cNvPr>
          <p:cNvSpPr>
            <a:spLocks noGrp="1" noRot="1" noMove="1" noResize="1" noEditPoints="1" noAdjustHandles="1" noChangeArrowheads="1" noChangeShapeType="1"/>
          </p:cNvSpPr>
          <p:nvPr>
            <p:ph type="body" idx="10"/>
            <p:custDataLst>
              <p:tags r:id="rId2"/>
            </p:custDataLst>
          </p:nvPr>
        </p:nvSpPr>
        <p:spPr/>
        <p:txBody>
          <a:bodyPr/>
          <a:lstStyle/>
          <a:p>
            <a:r>
              <a:rPr lang="en-US" dirty="0"/>
              <a:t>Stefan Kodzhabashev</a:t>
            </a:r>
            <a:endParaRPr lang="de-CH" dirty="0"/>
          </a:p>
        </p:txBody>
      </p:sp>
      <p:sp>
        <p:nvSpPr>
          <p:cNvPr id="4" name="Textplatzhalter 3">
            <a:extLst>
              <a:ext uri="{FF2B5EF4-FFF2-40B4-BE49-F238E27FC236}">
                <a16:creationId xmlns:a16="http://schemas.microsoft.com/office/drawing/2014/main" id="{1F470157-FFFF-4045-80E8-50799A64FE5D}"/>
              </a:ext>
            </a:extLst>
          </p:cNvPr>
          <p:cNvSpPr>
            <a:spLocks noGrp="1" noRot="1" noMove="1" noResize="1" noEditPoints="1" noAdjustHandles="1" noChangeArrowheads="1" noChangeShapeType="1"/>
          </p:cNvSpPr>
          <p:nvPr>
            <p:ph type="body" idx="12"/>
            <p:custDataLst>
              <p:tags r:id="rId3"/>
            </p:custDataLst>
          </p:nvPr>
        </p:nvSpPr>
        <p:spPr/>
        <p:txBody>
          <a:bodyPr/>
          <a:lstStyle/>
          <a:p>
            <a:r>
              <a:rPr lang="de-DE" dirty="0"/>
              <a:t>30.03.2026, Bern</a:t>
            </a:r>
          </a:p>
        </p:txBody>
      </p:sp>
      <p:sp>
        <p:nvSpPr>
          <p:cNvPr id="5" name="Textplatzhalter 4">
            <a:extLst>
              <a:ext uri="{FF2B5EF4-FFF2-40B4-BE49-F238E27FC236}">
                <a16:creationId xmlns:a16="http://schemas.microsoft.com/office/drawing/2014/main" id="{95FF6CAE-E15F-B948-B695-73EFD8CB4A5E}"/>
              </a:ext>
            </a:extLst>
          </p:cNvPr>
          <p:cNvSpPr>
            <a:spLocks noGrp="1" noRot="1" noMove="1" noResize="1" noEditPoints="1" noAdjustHandles="1" noChangeArrowheads="1" noChangeShapeType="1"/>
          </p:cNvSpPr>
          <p:nvPr>
            <p:ph type="body" idx="11"/>
            <p:custDataLst>
              <p:tags r:id="rId4"/>
            </p:custDataLst>
          </p:nvPr>
        </p:nvSpPr>
        <p:spPr/>
        <p:txBody>
          <a:bodyPr/>
          <a:lstStyle/>
          <a:p>
            <a:r>
              <a:rPr lang="de-CH" b="1" dirty="0"/>
              <a:t>Technology Platform for Research</a:t>
            </a:r>
          </a:p>
        </p:txBody>
      </p:sp>
      <p:pic>
        <p:nvPicPr>
          <p:cNvPr id="11" name="Inhaltsplatzhalter 10">
            <a:extLst>
              <a:ext uri="{FF2B5EF4-FFF2-40B4-BE49-F238E27FC236}">
                <a16:creationId xmlns:a16="http://schemas.microsoft.com/office/drawing/2014/main" id="{801AB5F1-2CB0-014F-A1B3-1F93B4E9EEA9}"/>
              </a:ext>
            </a:extLst>
          </p:cNvPr>
          <p:cNvPicPr>
            <a:picLocks noGrp="1" noChangeAspect="1"/>
          </p:cNvPicPr>
          <p:nvPr>
            <p:ph sz="half" idx="1"/>
          </p:nvPr>
        </p:nvPicPr>
        <p:blipFill>
          <a:blip r:embed="rId6">
            <a:extLst>
              <a:ext uri="{28A0092B-C50C-407E-A947-70E740481C1C}">
                <a14:useLocalDpi xmlns:a14="http://schemas.microsoft.com/office/drawing/2010/main" val="0"/>
              </a:ext>
            </a:extLst>
          </a:blip>
          <a:stretch>
            <a:fillRect/>
          </a:stretch>
        </p:blipFill>
        <p:spPr>
          <a:xfrm>
            <a:off x="0" y="1925100"/>
            <a:ext cx="9159083" cy="3218400"/>
          </a:xfrm>
        </p:spPr>
      </p:pic>
      <p:pic>
        <p:nvPicPr>
          <p:cNvPr id="7" name="Inhaltsplatzhalter 7">
            <a:extLst>
              <a:ext uri="{FF2B5EF4-FFF2-40B4-BE49-F238E27FC236}">
                <a16:creationId xmlns:a16="http://schemas.microsoft.com/office/drawing/2014/main" id="{ECF287E3-741C-004F-A0BA-1A2BA0C0FEB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924050"/>
            <a:ext cx="9144000" cy="3213100"/>
          </a:xfrm>
          <a:prstGeom prst="rect">
            <a:avLst/>
          </a:prstGeom>
          <a:solidFill>
            <a:schemeClr val="bg1">
              <a:lumMod val="85000"/>
            </a:schemeClr>
          </a:solidFill>
        </p:spPr>
      </p:pic>
    </p:spTree>
    <p:extLst>
      <p:ext uri="{BB962C8B-B14F-4D97-AF65-F5344CB8AC3E}">
        <p14:creationId xmlns:p14="http://schemas.microsoft.com/office/powerpoint/2010/main" val="2978995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SelfHelp at the Faculty Meeting</a:t>
            </a:r>
          </a:p>
        </p:txBody>
      </p:sp>
      <p:sp>
        <p:nvSpPr>
          <p:cNvPr id="9" name="TextBox 8"/>
          <p:cNvSpPr txBox="1"/>
          <p:nvPr/>
        </p:nvSpPr>
        <p:spPr>
          <a:xfrm>
            <a:off x="124508" y="2196729"/>
            <a:ext cx="4447492" cy="2862322"/>
          </a:xfrm>
          <a:prstGeom prst="rect">
            <a:avLst/>
          </a:prstGeom>
          <a:noFill/>
        </p:spPr>
        <p:txBody>
          <a:bodyPr wrap="square" rtlCol="0">
            <a:spAutoFit/>
          </a:bodyPr>
          <a:lstStyle/>
          <a:p>
            <a:pPr marL="342900" indent="-342900">
              <a:buFont typeface="Wingdings" panose="05000000000000000000" pitchFamily="2" charset="2"/>
              <a:buChar char="§"/>
              <a:defRPr/>
            </a:pPr>
            <a:r>
              <a:t>We already presented SelfHelp here in 2021</a:t>
            </a:r>
            <a:endParaRPr lang="de-DE"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t>Since then, the platform has evolved significantly</a:t>
            </a:r>
            <a:endParaRPr lang="de-DE"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t>Today, SelfHelp is no longer just a website system</a:t>
            </a:r>
          </a:p>
          <a:p>
            <a:pPr marL="342900" indent="-342900">
              <a:buFont typeface="Wingdings" panose="05000000000000000000" pitchFamily="2" charset="2"/>
              <a:buChar char="§"/>
              <a:defRPr/>
            </a:pPr>
            <a:r>
              <a:t>It is a platform for complete digital programs</a:t>
            </a:r>
          </a:p>
          <a:p>
            <a:pPr marL="342900" indent="-342900">
              <a:buFont typeface="Wingdings" panose="05000000000000000000" pitchFamily="2" charset="2"/>
              <a:buChar char="§"/>
              <a:defRPr/>
            </a:pPr>
            <a:endParaRPr lang="en-US" dirty="0"/>
          </a:p>
        </p:txBody>
      </p:sp>
    </p:spTree>
    <p:extLst>
      <p:ext uri="{BB962C8B-B14F-4D97-AF65-F5344CB8AC3E}">
        <p14:creationId xmlns:p14="http://schemas.microsoft.com/office/powerpoint/2010/main" val="26230586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What SelfHelp Is</a:t>
            </a:r>
          </a:p>
        </p:txBody>
      </p:sp>
      <p:sp>
        <p:nvSpPr>
          <p:cNvPr id="9" name="TextBox 8"/>
          <p:cNvSpPr txBox="1"/>
          <p:nvPr/>
        </p:nvSpPr>
        <p:spPr>
          <a:xfrm>
            <a:off x="128016" y="2194560"/>
            <a:ext cx="5434584" cy="3139321"/>
          </a:xfrm>
          <a:prstGeom prst="rect">
            <a:avLst/>
          </a:prstGeom>
          <a:noFill/>
        </p:spPr>
        <p:txBody>
          <a:bodyPr wrap="square" rtlCol="0">
            <a:spAutoFit/>
          </a:bodyPr>
          <a:lstStyle/>
          <a:p>
            <a:pPr marL="342900" indent="-342900">
              <a:buFont typeface="Wingdings" panose="05000000000000000000" pitchFamily="2" charset="2"/>
              <a:buChar char="§"/>
              <a:defRPr/>
            </a:pPr>
            <a:r>
              <a:t>A modular platform for running digital programs</a:t>
            </a:r>
          </a:p>
          <a:p>
            <a:pPr marL="342900" indent="-342900">
              <a:buFont typeface="Wingdings" panose="05000000000000000000" pitchFamily="2" charset="2"/>
              <a:buChar char="§"/>
              <a:defRPr/>
            </a:pPr>
            <a:r>
              <a:t>Brings content, assessments, workflows, and mobile delivery into one system</a:t>
            </a:r>
          </a:p>
          <a:p>
            <a:pPr marL="342900" indent="-342900">
              <a:buFont typeface="Wingdings" panose="05000000000000000000" pitchFamily="2" charset="2"/>
              <a:buChar char="§"/>
              <a:defRPr/>
            </a:pPr>
            <a:r>
              <a:t>Reusable components make projects faster to build and easier to adapt</a:t>
            </a:r>
          </a:p>
          <a:p>
            <a:pPr marL="342900" indent="-342900">
              <a:buFont typeface="Wingdings" panose="05000000000000000000" pitchFamily="2" charset="2"/>
              <a:buChar char="§"/>
              <a:defRPr/>
            </a:pPr>
            <a:r>
              <a:t>Can be hosted under university control</a:t>
            </a:r>
          </a:p>
          <a:p>
            <a:pPr marL="342900" indent="-342900">
              <a:buFont typeface="Wingdings" panose="05000000000000000000" pitchFamily="2" charset="2"/>
              <a:buChar char="§"/>
              <a:defRPr/>
            </a:pPr>
          </a:p>
          <a:p>
            <a:pPr marL="342900" indent="-342900">
              <a:buFont typeface="Wingdings" panose="05000000000000000000" pitchFamily="2" charset="2"/>
              <a:buChar char="§"/>
              <a:defRPr/>
            </a:pPr>
            <a:endParaRPr lang="en-US" dirty="0"/>
          </a:p>
        </p:txBody>
      </p:sp>
    </p:spTree>
    <p:extLst>
      <p:ext uri="{BB962C8B-B14F-4D97-AF65-F5344CB8AC3E}">
        <p14:creationId xmlns:p14="http://schemas.microsoft.com/office/powerpoint/2010/main" val="29842360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How SelfHelp Evolved</a:t>
            </a:r>
          </a:p>
        </p:txBody>
      </p:sp>
      <p:sp>
        <p:nvSpPr>
          <p:cNvPr id="13" name="TextBox 12"/>
          <p:cNvSpPr txBox="1"/>
          <p:nvPr/>
        </p:nvSpPr>
        <p:spPr>
          <a:xfrm>
            <a:off x="128016" y="2194560"/>
            <a:ext cx="4977384" cy="3139321"/>
          </a:xfrm>
          <a:prstGeom prst="rect">
            <a:avLst/>
          </a:prstGeom>
          <a:noFill/>
        </p:spPr>
        <p:txBody>
          <a:bodyPr wrap="square" rtlCol="0">
            <a:spAutoFit/>
          </a:bodyPr>
          <a:lstStyle/>
          <a:p>
            <a:pPr marL="342900" indent="-342900">
              <a:buFont typeface="Wingdings" panose="05000000000000000000" pitchFamily="2" charset="2"/>
              <a:buChar char="§"/>
              <a:defRPr/>
            </a:pPr>
            <a:r>
              <a:t>2021: positioned as a platform for self-help and research websites</a:t>
            </a:r>
          </a:p>
          <a:p>
            <a:pPr marL="342900" indent="-342900">
              <a:buFont typeface="Wingdings" panose="05000000000000000000" pitchFamily="2" charset="2"/>
              <a:buChar char="§"/>
              <a:defRPr/>
            </a:pPr>
            <a:r>
              <a:t>2023: expanded toward modular pages, scheduling, and mobile integration</a:t>
            </a:r>
          </a:p>
          <a:p>
            <a:pPr marL="342900" indent="-342900">
              <a:buFont typeface="Wingdings" panose="05000000000000000000" pitchFamily="2" charset="2"/>
              <a:buChar char="§"/>
              <a:defRPr/>
            </a:pPr>
            <a:r>
              <a:t>2024 to 2026: stronger data model, workflows, permissions, 2FA, and background processing</a:t>
            </a:r>
          </a:p>
          <a:p>
            <a:pPr marL="342900" indent="-342900">
              <a:buFont typeface="Wingdings" panose="05000000000000000000" pitchFamily="2" charset="2"/>
              <a:buChar char="§"/>
              <a:defRPr/>
            </a:pPr>
            <a:r>
              <a:t>The newest step is AI: general LLM support and supervised therapy-style chat</a:t>
            </a:r>
          </a:p>
          <a:p>
            <a:pPr marL="342900" indent="-342900">
              <a:buFont typeface="Wingdings" panose="05000000000000000000" pitchFamily="2" charset="2"/>
              <a:buChar char="§"/>
              <a:defRPr/>
            </a:pPr>
            <a:r>
              <a:t>The direction is clear: from content publishing toward structured digital program delivery</a:t>
            </a:r>
          </a:p>
          <a:p>
            <a:pPr marL="342900" indent="-342900">
              <a:buFont typeface="Wingdings" panose="05000000000000000000" pitchFamily="2" charset="2"/>
              <a:buChar char="§"/>
              <a:defRPr/>
            </a:pPr>
            <a:endParaRPr lang="en-US" dirty="0"/>
          </a:p>
        </p:txBody>
      </p:sp>
    </p:spTree>
    <p:extLst>
      <p:ext uri="{BB962C8B-B14F-4D97-AF65-F5344CB8AC3E}">
        <p14:creationId xmlns:p14="http://schemas.microsoft.com/office/powerpoint/2010/main" val="2271638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p:txBody>
          <a:bodyPr/>
          <a:lstStyle/>
          <a:p>
            <a:r>
              <a:t>What Teams Can Do with It</a:t>
            </a:r>
          </a:p>
        </p:txBody>
      </p:sp>
      <p:sp>
        <p:nvSpPr>
          <p:cNvPr id="13" name="TextBox 12"/>
          <p:cNvSpPr txBox="1"/>
          <p:nvPr/>
        </p:nvSpPr>
        <p:spPr>
          <a:xfrm>
            <a:off x="128016" y="2194560"/>
            <a:ext cx="4520184" cy="3170099"/>
          </a:xfrm>
          <a:prstGeom prst="rect">
            <a:avLst/>
          </a:prstGeom>
          <a:noFill/>
        </p:spPr>
        <p:txBody>
          <a:bodyPr wrap="square" rtlCol="0">
            <a:spAutoFit/>
          </a:bodyPr>
          <a:lstStyle/>
          <a:p>
            <a:pPr marL="342900" indent="-342900">
              <a:buFont typeface="Wingdings" panose="05000000000000000000" pitchFamily="2" charset="2"/>
              <a:buChar char="§"/>
              <a:defRPr/>
            </a:pPr>
            <a:r>
              <a:t>Turn a concept into a guided journey from entry to follow-up</a:t>
            </a:r>
            <a:endParaRPr lang="en-US" sz="2000" dirty="0">
              <a:latin typeface="Arial" panose="020B0604020202020204" pitchFamily="34" charset="0"/>
              <a:cs typeface="Arial" panose="020B0604020202020204" pitchFamily="34" charset="0"/>
            </a:endParaRPr>
          </a:p>
          <a:p>
            <a:pPr marL="342900" indent="-342900">
              <a:buFont typeface="Wingdings" panose="05000000000000000000" pitchFamily="2" charset="2"/>
              <a:buChar char="§"/>
              <a:defRPr/>
            </a:pPr>
            <a:r>
              <a:t>Run repeated assessments and collect richer inputs over time</a:t>
            </a:r>
          </a:p>
          <a:p>
            <a:pPr marL="342900" indent="-342900">
              <a:buFont typeface="Wingdings" panose="05000000000000000000" pitchFamily="2" charset="2"/>
              <a:buChar char="§"/>
              <a:defRPr/>
            </a:pPr>
            <a:r>
              <a:t>Adapt content and timing by role, group, language, or user state</a:t>
            </a:r>
          </a:p>
          <a:p>
            <a:pPr marL="342900" indent="-342900">
              <a:buFont typeface="Wingdings" panose="05000000000000000000" pitchFamily="2" charset="2"/>
              <a:buChar char="§"/>
              <a:defRPr/>
            </a:pPr>
            <a:r>
              <a:t>Automate reminders, tasks, and next steps as the program progresses</a:t>
            </a:r>
          </a:p>
          <a:p>
            <a:pPr marL="342900" indent="-342900">
              <a:buFont typeface="Wingdings" panose="05000000000000000000" pitchFamily="2" charset="2"/>
              <a:buChar char="§"/>
              <a:defRPr/>
            </a:pPr>
          </a:p>
          <a:p>
            <a:pPr marL="342900" indent="-342900">
              <a:buFont typeface="Wingdings" panose="05000000000000000000" pitchFamily="2" charset="2"/>
              <a:buChar char="§"/>
              <a:defRPr/>
            </a:pP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255340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54714233-AEC6-FF45-AC0E-9715865E27CA}"/>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How SelfHelp Expands</a:t>
            </a:r>
          </a:p>
        </p:txBody>
      </p:sp>
      <p:sp>
        <p:nvSpPr>
          <p:cNvPr id="17" name="TextBox 16"/>
          <p:cNvSpPr txBox="1"/>
          <p:nvPr/>
        </p:nvSpPr>
        <p:spPr>
          <a:xfrm>
            <a:off x="128016" y="2194560"/>
            <a:ext cx="5205984" cy="2862322"/>
          </a:xfrm>
          <a:prstGeom prst="rect">
            <a:avLst/>
          </a:prstGeom>
          <a:noFill/>
        </p:spPr>
        <p:txBody>
          <a:bodyPr wrap="square" rtlCol="0">
            <a:spAutoFit/>
          </a:bodyPr>
          <a:lstStyle/>
          <a:p>
            <a:pPr marL="285750" indent="-285750">
              <a:buFont typeface="Arial" panose="020B0604020202020204" pitchFamily="34" charset="0"/>
              <a:buChar char="•"/>
            </a:pPr>
            <a:r>
              <a:t>SelfHelp grows by adding capabilities without breaking the core system</a:t>
            </a:r>
          </a:p>
          <a:p>
            <a:pPr marL="285750" indent="-285750">
              <a:buFont typeface="Arial" panose="020B0604020202020204" pitchFamily="34" charset="0"/>
              <a:buChar char="•"/>
            </a:pPr>
            <a:r>
              <a:t>Core supporting plugins: external auth, Lab.js, R, and custom formulas</a:t>
            </a:r>
          </a:p>
          <a:p>
            <a:pPr marL="285750" indent="-285750">
              <a:buFont typeface="Arial" panose="020B0604020202020204" pitchFamily="34" charset="0"/>
              <a:buChar char="•"/>
            </a:pPr>
            <a:r>
              <a:t>These plugins strengthen real academic and institutional workflows</a:t>
            </a:r>
          </a:p>
          <a:p>
            <a:pPr marL="285750" indent="-285750">
              <a:buFont typeface="Arial" panose="020B0604020202020204" pitchFamily="34" charset="0"/>
              <a:buChar char="•"/>
            </a:pPr>
            <a:r>
              <a:t>Today I want to highlight 3 newer plugins that are especially visible and practical</a:t>
            </a:r>
          </a:p>
          <a:p>
            <a:pPr marL="285750" indent="-285750">
              <a:buFont typeface="Arial" panose="020B0604020202020204" pitchFamily="34" charset="0"/>
              <a:buChar char="•"/>
            </a:pPr>
          </a:p>
        </p:txBody>
      </p:sp>
    </p:spTree>
    <p:extLst>
      <p:ext uri="{BB962C8B-B14F-4D97-AF65-F5344CB8AC3E}">
        <p14:creationId xmlns:p14="http://schemas.microsoft.com/office/powerpoint/2010/main" val="30872220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C4189-9502-2A8B-6473-17FA64595D30}"/>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8F58662F-2413-571D-8AB1-A918763BAD58}"/>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1: SurveyJS</a:t>
            </a:r>
          </a:p>
        </p:txBody>
      </p:sp>
      <p:sp>
        <p:nvSpPr>
          <p:cNvPr id="17" name="TextBox 16">
            <a:extLst>
              <a:ext uri="{FF2B5EF4-FFF2-40B4-BE49-F238E27FC236}">
                <a16:creationId xmlns:a16="http://schemas.microsoft.com/office/drawing/2014/main" id="{936BBF49-A54D-8EA8-2956-2D30A836AAFE}"/>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Versioned survey creation, publishing, and scheduling</a:t>
            </a:r>
          </a:p>
          <a:p>
            <a:pPr marL="285750" indent="-285750">
              <a:buFont typeface="Arial" panose="020B0604020202020204" pitchFamily="34" charset="0"/>
              <a:buChar char="•"/>
            </a:pPr>
            <a:r>
              <a:t>Autosave, edit mode, timing metadata, and dashboards</a:t>
            </a:r>
          </a:p>
          <a:p>
            <a:pPr marL="285750" indent="-285750">
              <a:buFont typeface="Arial" panose="020B0604020202020204" pitchFamily="34" charset="0"/>
              <a:buChar char="•"/>
            </a:pPr>
            <a:r>
              <a:t>File upload, PDF export, and voice-record responses</a:t>
            </a:r>
          </a:p>
          <a:p>
            <a:pPr marL="285750" indent="-285750">
              <a:buFont typeface="Arial" panose="020B0604020202020204" pitchFamily="34" charset="0"/>
              <a:buChar char="•"/>
            </a:pPr>
            <a:r>
              <a:t>Stronger data quality for repeated and longitudinal assessment</a:t>
            </a:r>
          </a:p>
          <a:p>
            <a:pPr marL="285750" indent="-285750">
              <a:buFont typeface="Arial" panose="020B0604020202020204" pitchFamily="34" charset="0"/>
              <a:buChar char="•"/>
            </a:pPr>
          </a:p>
        </p:txBody>
      </p:sp>
    </p:spTree>
    <p:extLst>
      <p:ext uri="{BB962C8B-B14F-4D97-AF65-F5344CB8AC3E}">
        <p14:creationId xmlns:p14="http://schemas.microsoft.com/office/powerpoint/2010/main" val="40510351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E74F6-0BE9-1061-6A35-8997594E606C}"/>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CA40F3B6-08D8-55ED-EE96-755915197F45}"/>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2: LLM</a:t>
            </a:r>
          </a:p>
        </p:txBody>
      </p:sp>
      <p:sp>
        <p:nvSpPr>
          <p:cNvPr id="17" name="TextBox 16">
            <a:extLst>
              <a:ext uri="{FF2B5EF4-FFF2-40B4-BE49-F238E27FC236}">
                <a16:creationId xmlns:a16="http://schemas.microsoft.com/office/drawing/2014/main" id="{6CC74E92-4279-0A8D-FFA1-6F26DD9028EE}"/>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Controlled AI assistants inside SelfHelp pages</a:t>
            </a:r>
          </a:p>
          <a:p>
            <a:pPr marL="285750" indent="-285750">
              <a:buFont typeface="Arial" panose="020B0604020202020204" pitchFamily="34" charset="0"/>
              <a:buChar char="•"/>
            </a:pPr>
            <a:r>
              <a:t>Text, file, image, and speech-to-text input</a:t>
            </a:r>
          </a:p>
          <a:p>
            <a:pPr marL="285750" indent="-285750">
              <a:buFont typeface="Arial" panose="020B0604020202020204" pitchFamily="34" charset="0"/>
              <a:buChar char="•"/>
            </a:pPr>
            <a:r>
              <a:t>Conversation output or structured JSON output, including OpenAI-style structures</a:t>
            </a:r>
          </a:p>
          <a:p>
            <a:pPr marL="285750" indent="-285750">
              <a:buFont typeface="Arial" panose="020B0604020202020204" pitchFamily="34" charset="0"/>
              <a:buChar char="•"/>
            </a:pPr>
            <a:r>
              <a:t>Prompt Lab for testing, replay, and evaluation before rollout</a:t>
            </a:r>
          </a:p>
          <a:p>
            <a:pPr marL="285750" indent="-285750">
              <a:buFont typeface="Arial" panose="020B0604020202020204" pitchFamily="34" charset="0"/>
              <a:buChar char="•"/>
            </a:pPr>
          </a:p>
        </p:txBody>
      </p:sp>
    </p:spTree>
    <p:extLst>
      <p:ext uri="{BB962C8B-B14F-4D97-AF65-F5344CB8AC3E}">
        <p14:creationId xmlns:p14="http://schemas.microsoft.com/office/powerpoint/2010/main" val="7164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82830-140F-37EE-DF02-11D35A1CCF8A}"/>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413BD7BA-E8D1-9503-26AF-5151D9BB4B82}"/>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Featured Plugin 3: LLM Therapy Chat</a:t>
            </a:r>
          </a:p>
        </p:txBody>
      </p:sp>
      <p:sp>
        <p:nvSpPr>
          <p:cNvPr id="17" name="TextBox 16">
            <a:extLst>
              <a:ext uri="{FF2B5EF4-FFF2-40B4-BE49-F238E27FC236}">
                <a16:creationId xmlns:a16="http://schemas.microsoft.com/office/drawing/2014/main" id="{50BC1BE6-030E-6E9F-683B-97A73E779726}"/>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AI-supported or human-only communication in the same framework</a:t>
            </a:r>
          </a:p>
          <a:p>
            <a:pPr marL="285750" indent="-285750">
              <a:buFont typeface="Arial" panose="020B0604020202020204" pitchFamily="34" charset="0"/>
              <a:buChar char="•"/>
            </a:pPr>
            <a:r>
              <a:t>Therapist dashboard with alerts, notes, summaries, and drafts</a:t>
            </a:r>
          </a:p>
          <a:p>
            <a:pPr marL="285750" indent="-285750">
              <a:buFont typeface="Arial" panose="020B0604020202020204" pitchFamily="34" charset="0"/>
              <a:buChar char="•"/>
            </a:pPr>
            <a:r>
              <a:t>Direct escalation from AI to human handling</a:t>
            </a:r>
          </a:p>
          <a:p>
            <a:pPr marL="285750" indent="-285750">
              <a:buFont typeface="Arial" panose="020B0604020202020204" pitchFamily="34" charset="0"/>
              <a:buChar char="•"/>
            </a:pPr>
            <a:r>
              <a:t>Useful for both service delivery and controlled comparison studies</a:t>
            </a:r>
          </a:p>
          <a:p>
            <a:pPr marL="285750" indent="-285750">
              <a:buFont typeface="Arial" panose="020B0604020202020204" pitchFamily="34" charset="0"/>
              <a:buChar char="•"/>
            </a:pPr>
          </a:p>
        </p:txBody>
      </p:sp>
    </p:spTree>
    <p:extLst>
      <p:ext uri="{BB962C8B-B14F-4D97-AF65-F5344CB8AC3E}">
        <p14:creationId xmlns:p14="http://schemas.microsoft.com/office/powerpoint/2010/main" val="2224282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8CE10-80AA-8403-B72D-329BBA5722C4}"/>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327B2B78-96C4-4CFD-6499-8082FBF255AA}"/>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Mobile App</a:t>
            </a:r>
          </a:p>
        </p:txBody>
      </p:sp>
      <p:sp>
        <p:nvSpPr>
          <p:cNvPr id="17" name="TextBox 16">
            <a:extLst>
              <a:ext uri="{FF2B5EF4-FFF2-40B4-BE49-F238E27FC236}">
                <a16:creationId xmlns:a16="http://schemas.microsoft.com/office/drawing/2014/main" id="{62D4F039-8AC0-331E-BFB4-A541CF007053}"/>
              </a:ext>
            </a:extLst>
          </p:cNvPr>
          <p:cNvSpPr txBox="1"/>
          <p:nvPr/>
        </p:nvSpPr>
        <p:spPr>
          <a:xfrm>
            <a:off x="128016" y="2194560"/>
            <a:ext cx="5129784" cy="2862322"/>
          </a:xfrm>
          <a:prstGeom prst="rect">
            <a:avLst/>
          </a:prstGeom>
          <a:noFill/>
        </p:spPr>
        <p:txBody>
          <a:bodyPr wrap="square" rtlCol="0">
            <a:spAutoFit/>
          </a:bodyPr>
          <a:lstStyle/>
          <a:p>
            <a:pPr marL="285750" indent="-285750">
              <a:buFont typeface="Arial" panose="020B0604020202020204" pitchFamily="34" charset="0"/>
              <a:buChar char="•"/>
            </a:pPr>
            <a:r>
              <a:t>The same program logic can continue on mobile</a:t>
            </a:r>
          </a:p>
          <a:p>
            <a:pPr marL="285750" indent="-285750">
              <a:buFont typeface="Arial" panose="020B0604020202020204" pitchFamily="34" charset="0"/>
              <a:buChar char="•"/>
            </a:pPr>
            <a:r>
              <a:t>Surveys, AI chat, therapy chat, notifications, camera, and microphone are already supported</a:t>
            </a:r>
          </a:p>
          <a:p>
            <a:pPr marL="285750" indent="-285750">
              <a:buFont typeface="Arial" panose="020B0604020202020204" pitchFamily="34" charset="0"/>
              <a:buChar char="•"/>
            </a:pPr>
            <a:r>
              <a:t>This makes repeated real-world interaction much easier</a:t>
            </a:r>
          </a:p>
          <a:p>
            <a:pPr marL="285750" indent="-285750">
              <a:buFont typeface="Arial" panose="020B0604020202020204" pitchFamily="34" charset="0"/>
              <a:buChar char="•"/>
            </a:pPr>
            <a:r>
              <a:t>SelfHelp becomes part of daily use, not only desktop use</a:t>
            </a:r>
          </a:p>
          <a:p>
            <a:pPr marL="285750" indent="-285750">
              <a:buFont typeface="Arial" panose="020B0604020202020204" pitchFamily="34" charset="0"/>
              <a:buChar char="•"/>
            </a:pPr>
          </a:p>
        </p:txBody>
      </p:sp>
    </p:spTree>
    <p:extLst>
      <p:ext uri="{BB962C8B-B14F-4D97-AF65-F5344CB8AC3E}">
        <p14:creationId xmlns:p14="http://schemas.microsoft.com/office/powerpoint/2010/main" val="162071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5B85B-DD30-21A0-35D8-F901F1E4AFC3}"/>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9758AF1D-CAC1-5861-3220-A13905EDD184}"/>
              </a:ext>
            </a:extLst>
          </p:cNvPr>
          <p:cNvSpPr>
            <a:spLocks noGrp="1" noRot="1" noMove="1" noResize="1" noEditPoints="1" noAdjustHandles="1" noChangeArrowheads="1" noChangeShapeType="1"/>
          </p:cNvSpPr>
          <p:nvPr>
            <p:ph type="title"/>
            <p:custDataLst>
              <p:tags r:id="rId1"/>
            </p:custDataLst>
          </p:nvPr>
        </p:nvSpPr>
        <p:spPr>
          <a:xfrm>
            <a:off x="540000" y="680400"/>
            <a:ext cx="7020000" cy="820738"/>
          </a:xfrm>
        </p:spPr>
        <p:txBody>
          <a:bodyPr/>
          <a:lstStyle/>
          <a:p>
            <a:r>
              <a:t>Alternatives</a:t>
            </a:r>
          </a:p>
        </p:txBody>
      </p:sp>
      <p:sp>
        <p:nvSpPr>
          <p:cNvPr id="17" name="TextBox 16">
            <a:extLst>
              <a:ext uri="{FF2B5EF4-FFF2-40B4-BE49-F238E27FC236}">
                <a16:creationId xmlns:a16="http://schemas.microsoft.com/office/drawing/2014/main" id="{895BD967-F312-4EF8-BF47-36FF8A46C957}"/>
              </a:ext>
            </a:extLst>
          </p:cNvPr>
          <p:cNvSpPr txBox="1"/>
          <p:nvPr/>
        </p:nvSpPr>
        <p:spPr>
          <a:xfrm>
            <a:off x="128016" y="2194560"/>
            <a:ext cx="6044184" cy="2862322"/>
          </a:xfrm>
          <a:prstGeom prst="rect">
            <a:avLst/>
          </a:prstGeom>
          <a:noFill/>
        </p:spPr>
        <p:txBody>
          <a:bodyPr wrap="square" rtlCol="0">
            <a:spAutoFit/>
          </a:bodyPr>
          <a:lstStyle/>
          <a:p>
            <a:pPr marL="285750" indent="-285750">
              <a:buFont typeface="Arial" panose="020B0604020202020204" pitchFamily="34" charset="0"/>
              <a:buChar char="•"/>
            </a:pPr>
            <a:r>
              <a:t>LimeSurvey is strong for surveys</a:t>
            </a:r>
          </a:p>
          <a:p>
            <a:pPr marL="285750" indent="-285750">
              <a:buFont typeface="Arial" panose="020B0604020202020204" pitchFamily="34" charset="0"/>
              <a:buChar char="•"/>
            </a:pPr>
            <a:r>
              <a:t>JATOS and formr are strong for online studies</a:t>
            </a:r>
          </a:p>
          <a:p>
            <a:pPr marL="285750" indent="-285750">
              <a:buFont typeface="Arial" panose="020B0604020202020204" pitchFamily="34" charset="0"/>
              <a:buChar char="•"/>
            </a:pPr>
            <a:r>
              <a:t>Moodle is strong for learning delivery</a:t>
            </a:r>
          </a:p>
          <a:p>
            <a:pPr marL="285750" indent="-285750">
              <a:buFont typeface="Arial" panose="020B0604020202020204" pitchFamily="34" charset="0"/>
              <a:buChar char="•"/>
            </a:pPr>
            <a:r>
              <a:t>SelfHelp is strongest when everything needs to stay connected</a:t>
            </a:r>
          </a:p>
          <a:p>
            <a:pPr marL="285750" indent="-285750">
              <a:buFont typeface="Arial" panose="020B0604020202020204" pitchFamily="34" charset="0"/>
              <a:buChar char="•"/>
            </a:pPr>
          </a:p>
        </p:txBody>
      </p:sp>
    </p:spTree>
    <p:extLst>
      <p:ext uri="{BB962C8B-B14F-4D97-AF65-F5344CB8AC3E}">
        <p14:creationId xmlns:p14="http://schemas.microsoft.com/office/powerpoint/2010/main" val="3665619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87B44-B322-67A1-35CF-A440F7E69D8D}"/>
            </a:ext>
          </a:extLst>
        </p:cNvPr>
        <p:cNvGrpSpPr/>
        <p:nvPr/>
      </p:nvGrpSpPr>
      <p:grpSpPr>
        <a:xfrm>
          <a:off x="0" y="0"/>
          <a:ext cx="0" cy="0"/>
          <a:chOff x="0" y="0"/>
          <a:chExt cx="0" cy="0"/>
        </a:xfrm>
      </p:grpSpPr>
      <p:sp>
        <p:nvSpPr>
          <p:cNvPr id="6" name="Titel 5">
            <a:extLst>
              <a:ext uri="{FF2B5EF4-FFF2-40B4-BE49-F238E27FC236}">
                <a16:creationId xmlns:a16="http://schemas.microsoft.com/office/drawing/2014/main" id="{520AB66B-FE6C-D90C-71CF-892D660E7F1B}"/>
              </a:ext>
            </a:extLst>
          </p:cNvPr>
          <p:cNvSpPr>
            <a:spLocks noGrp="1" noRot="1" noMove="1" noResize="1" noEditPoints="1" noAdjustHandles="1" noChangeArrowheads="1" noChangeShapeType="1"/>
          </p:cNvSpPr>
          <p:nvPr>
            <p:ph type="title"/>
            <p:custDataLst>
              <p:tags r:id="rId1"/>
            </p:custDataLst>
          </p:nvPr>
        </p:nvSpPr>
        <p:spPr>
          <a:xfrm>
            <a:off x="540000" y="680400"/>
            <a:ext cx="7020000" cy="410369"/>
          </a:xfrm>
        </p:spPr>
        <p:txBody>
          <a:bodyPr/>
          <a:lstStyle/>
          <a:p>
            <a:r>
              <a:t>Why Use SelfHelp</a:t>
            </a:r>
          </a:p>
        </p:txBody>
      </p:sp>
      <p:sp>
        <p:nvSpPr>
          <p:cNvPr id="17" name="TextBox 16">
            <a:extLst>
              <a:ext uri="{FF2B5EF4-FFF2-40B4-BE49-F238E27FC236}">
                <a16:creationId xmlns:a16="http://schemas.microsoft.com/office/drawing/2014/main" id="{7E4C849F-5878-A234-FCCB-B79B16D1EC25}"/>
              </a:ext>
            </a:extLst>
          </p:cNvPr>
          <p:cNvSpPr txBox="1"/>
          <p:nvPr/>
        </p:nvSpPr>
        <p:spPr>
          <a:xfrm>
            <a:off x="128016" y="2194560"/>
            <a:ext cx="6044184" cy="2862322"/>
          </a:xfrm>
          <a:prstGeom prst="rect">
            <a:avLst/>
          </a:prstGeom>
          <a:noFill/>
        </p:spPr>
        <p:txBody>
          <a:bodyPr wrap="square" rtlCol="0">
            <a:spAutoFit/>
          </a:bodyPr>
          <a:lstStyle/>
          <a:p>
            <a:pPr marL="285750" indent="-285750">
              <a:buFont typeface="Arial" panose="020B0604020202020204" pitchFamily="34" charset="0"/>
              <a:buChar char="•"/>
            </a:pPr>
            <a:r>
              <a:t>One platform for complete digital programs</a:t>
            </a:r>
          </a:p>
          <a:p>
            <a:pPr marL="285750" indent="-285750">
              <a:buFont typeface="Arial" panose="020B0604020202020204" pitchFamily="34" charset="0"/>
              <a:buChar char="•"/>
            </a:pPr>
            <a:r>
              <a:t>One structure across content, data, workflows, mobile, and AI</a:t>
            </a:r>
          </a:p>
          <a:p>
            <a:pPr marL="285750" indent="-285750">
              <a:buFont typeface="Arial" panose="020B0604020202020204" pitchFamily="34" charset="0"/>
              <a:buChar char="•"/>
            </a:pPr>
            <a:r>
              <a:t>Local control plus flexibility for future development</a:t>
            </a:r>
          </a:p>
          <a:p>
            <a:pPr marL="285750" indent="-285750">
              <a:buFont typeface="Arial" panose="020B0604020202020204" pitchFamily="34" charset="0"/>
              <a:buChar char="•"/>
            </a:pPr>
            <a:r>
              <a:t>SelfHelp 2 can make the platform even more structured and easier to extend</a:t>
            </a:r>
          </a:p>
          <a:p>
            <a:pPr marL="285750" indent="-285750">
              <a:buFont typeface="Arial" panose="020B0604020202020204" pitchFamily="34" charset="0"/>
              <a:buChar char="•"/>
            </a:pPr>
          </a:p>
        </p:txBody>
      </p:sp>
    </p:spTree>
    <p:extLst>
      <p:ext uri="{BB962C8B-B14F-4D97-AF65-F5344CB8AC3E}">
        <p14:creationId xmlns:p14="http://schemas.microsoft.com/office/powerpoint/2010/main" val="1210999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A1A40A-EAB3-9E4B-8D9F-445EABC7084C}"/>
              </a:ext>
            </a:extLst>
          </p:cNvPr>
          <p:cNvSpPr>
            <a:spLocks noGrp="1" noRot="1" noMove="1" noResize="1" noEditPoints="1" noAdjustHandles="1" noChangeArrowheads="1" noChangeShapeType="1"/>
          </p:cNvSpPr>
          <p:nvPr>
            <p:ph type="title"/>
            <p:custDataLst>
              <p:tags r:id="rId1"/>
            </p:custDataLst>
          </p:nvPr>
        </p:nvSpPr>
        <p:spPr/>
        <p:txBody>
          <a:bodyPr/>
          <a:lstStyle/>
          <a:p>
            <a:r>
              <a:rPr lang="de-CH" spc="-15" dirty="0"/>
              <a:t>Thank You</a:t>
            </a:r>
            <a:endParaRPr lang="de-DE" dirty="0"/>
          </a:p>
        </p:txBody>
      </p:sp>
      <p:sp>
        <p:nvSpPr>
          <p:cNvPr id="3" name="Textplatzhalter 2">
            <a:extLst>
              <a:ext uri="{FF2B5EF4-FFF2-40B4-BE49-F238E27FC236}">
                <a16:creationId xmlns:a16="http://schemas.microsoft.com/office/drawing/2014/main" id="{AB71CEC3-1913-174E-8C92-06ABB4F238B3}"/>
              </a:ext>
            </a:extLst>
          </p:cNvPr>
          <p:cNvSpPr>
            <a:spLocks noGrp="1" noRot="1" noMove="1" noResize="1" noEditPoints="1" noAdjustHandles="1" noChangeArrowheads="1" noChangeShapeType="1"/>
          </p:cNvSpPr>
          <p:nvPr>
            <p:ph type="body" idx="10"/>
            <p:custDataLst>
              <p:tags r:id="rId2"/>
            </p:custDataLst>
          </p:nvPr>
        </p:nvSpPr>
        <p:spPr/>
        <p:txBody>
          <a:bodyPr/>
          <a:lstStyle/>
          <a:p>
            <a:r>
              <a:rPr lang="de-CH" dirty="0"/>
              <a:t>Technology Platform for Research</a:t>
            </a:r>
          </a:p>
        </p:txBody>
      </p:sp>
      <p:sp>
        <p:nvSpPr>
          <p:cNvPr id="4" name="Textplatzhalter 3">
            <a:extLst>
              <a:ext uri="{FF2B5EF4-FFF2-40B4-BE49-F238E27FC236}">
                <a16:creationId xmlns:a16="http://schemas.microsoft.com/office/drawing/2014/main" id="{837EA709-162C-FF46-BA84-7460D3BDD2CB}"/>
              </a:ext>
            </a:extLst>
          </p:cNvPr>
          <p:cNvSpPr>
            <a:spLocks noGrp="1" noRot="1" noMove="1" noResize="1" noEditPoints="1" noAdjustHandles="1" noChangeArrowheads="1" noChangeShapeType="1"/>
          </p:cNvSpPr>
          <p:nvPr>
            <p:ph type="body" idx="12"/>
            <p:custDataLst>
              <p:tags r:id="rId3"/>
            </p:custDataLst>
          </p:nvPr>
        </p:nvSpPr>
        <p:spPr/>
        <p:txBody>
          <a:bodyPr/>
          <a:lstStyle/>
          <a:p>
            <a:r>
              <a:rPr lang="de-DE" dirty="0"/>
              <a:t>30.03.2026</a:t>
            </a:r>
            <a:r>
              <a:rPr lang="de-CH" dirty="0"/>
              <a:t>, Fabrikstrasse 8</a:t>
            </a:r>
            <a:endParaRPr lang="de-DE" dirty="0"/>
          </a:p>
        </p:txBody>
      </p:sp>
      <p:sp>
        <p:nvSpPr>
          <p:cNvPr id="5" name="Textplatzhalter 4">
            <a:extLst>
              <a:ext uri="{FF2B5EF4-FFF2-40B4-BE49-F238E27FC236}">
                <a16:creationId xmlns:a16="http://schemas.microsoft.com/office/drawing/2014/main" id="{C7FAF644-0AC1-8243-9BA1-9B0B16468C59}"/>
              </a:ext>
            </a:extLst>
          </p:cNvPr>
          <p:cNvSpPr>
            <a:spLocks noGrp="1" noRot="1" noMove="1" noResize="1" noEditPoints="1" noAdjustHandles="1" noChangeArrowheads="1" noChangeShapeType="1"/>
          </p:cNvSpPr>
          <p:nvPr>
            <p:ph type="body" idx="11"/>
            <p:custDataLst>
              <p:tags r:id="rId4"/>
            </p:custDataLst>
          </p:nvPr>
        </p:nvSpPr>
        <p:spPr/>
        <p:txBody>
          <a:bodyPr/>
          <a:lstStyle/>
          <a:p>
            <a:r>
              <a:rPr lang="de-CH" spc="20" dirty="0">
                <a:solidFill>
                  <a:srgbClr val="231F20"/>
                </a:solidFill>
              </a:rPr>
              <a:t>for your Attention</a:t>
            </a:r>
            <a:endParaRPr lang="de-DE" dirty="0"/>
          </a:p>
        </p:txBody>
      </p:sp>
      <p:pic>
        <p:nvPicPr>
          <p:cNvPr id="7" name="Inhaltsplatzhalter 7">
            <a:extLst>
              <a:ext uri="{FF2B5EF4-FFF2-40B4-BE49-F238E27FC236}">
                <a16:creationId xmlns:a16="http://schemas.microsoft.com/office/drawing/2014/main" id="{ECF287E3-741C-004F-A0BA-1A2BA0C0FEBF}"/>
              </a:ext>
            </a:extLst>
          </p:cNvPr>
          <p:cNvPicPr>
            <a:picLocks noGrp="1" noChangeAspect="1"/>
          </p:cNvPicPr>
          <p:nvPr>
            <p:ph sz="half" idx="1"/>
          </p:nvPr>
        </p:nvPicPr>
        <p:blipFill>
          <a:blip r:embed="rId7">
            <a:extLst>
              <a:ext uri="{28A0092B-C50C-407E-A947-70E740481C1C}">
                <a14:useLocalDpi xmlns:a14="http://schemas.microsoft.com/office/drawing/2010/main" val="0"/>
              </a:ext>
            </a:extLst>
          </a:blip>
          <a:stretch>
            <a:fillRect/>
          </a:stretch>
        </p:blipFill>
        <p:spPr>
          <a:xfrm>
            <a:off x="0" y="1924050"/>
            <a:ext cx="9144000" cy="3213100"/>
          </a:xfrm>
        </p:spPr>
      </p:pic>
    </p:spTree>
    <p:extLst>
      <p:ext uri="{BB962C8B-B14F-4D97-AF65-F5344CB8AC3E}">
        <p14:creationId xmlns:p14="http://schemas.microsoft.com/office/powerpoint/2010/main" val="404061060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HAPE_LOCKS" val="1983"/>
</p:tagLst>
</file>

<file path=ppt/tags/tag2.xml><?xml version="1.0" encoding="utf-8"?>
<p:tagLst xmlns:a="http://schemas.openxmlformats.org/drawingml/2006/main" xmlns:r="http://schemas.openxmlformats.org/officeDocument/2006/relationships" xmlns:p="http://schemas.openxmlformats.org/presentationml/2006/main">
  <p:tag name="SHAPE_LOCKS" val="1935"/>
</p:tagLst>
</file>

<file path=ppt/tags/tag3.xml><?xml version="1.0" encoding="utf-8"?>
<p:tagLst xmlns:a="http://schemas.openxmlformats.org/drawingml/2006/main" xmlns:r="http://schemas.openxmlformats.org/officeDocument/2006/relationships" xmlns:p="http://schemas.openxmlformats.org/presentationml/2006/main">
  <p:tag name="SHAPE_LOCKS" val="1983"/>
</p:tagLst>
</file>

<file path=ppt/tags/tag4.xml><?xml version="1.0" encoding="utf-8"?>
<p:tagLst xmlns:a="http://schemas.openxmlformats.org/drawingml/2006/main" xmlns:r="http://schemas.openxmlformats.org/officeDocument/2006/relationships" xmlns:p="http://schemas.openxmlformats.org/presentationml/2006/main">
  <p:tag name="SHAPE_LOCKS" val="1935"/>
</p:tagLst>
</file>

<file path=ppt/tags/tag5.xml><?xml version="1.0" encoding="utf-8"?>
<p:tagLst xmlns:a="http://schemas.openxmlformats.org/drawingml/2006/main" xmlns:r="http://schemas.openxmlformats.org/officeDocument/2006/relationships" xmlns:p="http://schemas.openxmlformats.org/presentationml/2006/main">
  <p:tag name="SHAPE_LOCKS" val="1983"/>
</p:tagLst>
</file>

<file path=ppt/tags/tag6.xml><?xml version="1.0" encoding="utf-8"?>
<p:tagLst xmlns:a="http://schemas.openxmlformats.org/drawingml/2006/main" xmlns:r="http://schemas.openxmlformats.org/officeDocument/2006/relationships" xmlns:p="http://schemas.openxmlformats.org/presentationml/2006/main">
  <p:tag name="SHAPE_LOCKS" val="1983"/>
</p:tagLst>
</file>

<file path=ppt/tags/tag7.xml><?xml version="1.0" encoding="utf-8"?>
<p:tagLst xmlns:a="http://schemas.openxmlformats.org/drawingml/2006/main" xmlns:r="http://schemas.openxmlformats.org/officeDocument/2006/relationships" xmlns:p="http://schemas.openxmlformats.org/presentationml/2006/main">
  <p:tag name="SHAPE_LOCKS" val="1935"/>
</p:tagLst>
</file>

<file path=ppt/tags/tag8.xml><?xml version="1.0" encoding="utf-8"?>
<p:tagLst xmlns:a="http://schemas.openxmlformats.org/drawingml/2006/main" xmlns:r="http://schemas.openxmlformats.org/officeDocument/2006/relationships" xmlns:p="http://schemas.openxmlformats.org/presentationml/2006/main">
  <p:tag name="SHAPE_LOCKS" val="1983"/>
</p:tagLst>
</file>

<file path=ppt/tags/tag9.xml><?xml version="1.0" encoding="utf-8"?>
<p:tagLst xmlns:a="http://schemas.openxmlformats.org/drawingml/2006/main" xmlns:r="http://schemas.openxmlformats.org/officeDocument/2006/relationships" xmlns:p="http://schemas.openxmlformats.org/presentationml/2006/main">
  <p:tag name="SHAPE_LOCKS" val="1935"/>
</p:tagLst>
</file>

<file path=ppt/tags/tag10.xml><?xml version="1.0" encoding="utf-8"?>
<p:tagLst xmlns:a="http://schemas.openxmlformats.org/drawingml/2006/main" xmlns:r="http://schemas.openxmlformats.org/officeDocument/2006/relationships" xmlns:p="http://schemas.openxmlformats.org/presentationml/2006/main">
  <p:tag name="SHAPE_LOCKS" val="1983"/>
</p:tagLst>
</file>

<file path=ppt/tags/tag11.xml><?xml version="1.0" encoding="utf-8"?>
<p:tagLst xmlns:a="http://schemas.openxmlformats.org/drawingml/2006/main" xmlns:r="http://schemas.openxmlformats.org/officeDocument/2006/relationships" xmlns:p="http://schemas.openxmlformats.org/presentationml/2006/main">
  <p:tag name="SHAPE_LOCKS" val="1983"/>
</p:tagLst>
</file>

<file path=ppt/tags/tag12.xml><?xml version="1.0" encoding="utf-8"?>
<p:tagLst xmlns:a="http://schemas.openxmlformats.org/drawingml/2006/main" xmlns:r="http://schemas.openxmlformats.org/officeDocument/2006/relationships" xmlns:p="http://schemas.openxmlformats.org/presentationml/2006/main">
  <p:tag name="SHAPE_LOCKS" val="1983"/>
</p:tagLst>
</file>

<file path=ppt/tags/tag13.xml><?xml version="1.0" encoding="utf-8"?>
<p:tagLst xmlns:a="http://schemas.openxmlformats.org/drawingml/2006/main" xmlns:r="http://schemas.openxmlformats.org/officeDocument/2006/relationships" xmlns:p="http://schemas.openxmlformats.org/presentationml/2006/main">
  <p:tag name="SHAPE_LOCKS" val="1983"/>
</p:tagLst>
</file>

<file path=ppt/tags/tag14.xml><?xml version="1.0" encoding="utf-8"?>
<p:tagLst xmlns:a="http://schemas.openxmlformats.org/drawingml/2006/main" xmlns:r="http://schemas.openxmlformats.org/officeDocument/2006/relationships" xmlns:p="http://schemas.openxmlformats.org/presentationml/2006/main">
  <p:tag name="SHAPE_LOCKS" val="1983"/>
</p:tagLst>
</file>

<file path=ppt/tags/tag15.xml><?xml version="1.0" encoding="utf-8"?>
<p:tagLst xmlns:a="http://schemas.openxmlformats.org/drawingml/2006/main" xmlns:r="http://schemas.openxmlformats.org/officeDocument/2006/relationships" xmlns:p="http://schemas.openxmlformats.org/presentationml/2006/main">
  <p:tag name="SHAPE_LOCKS" val="1983"/>
</p:tagLst>
</file>

<file path=ppt/tags/tag16.xml><?xml version="1.0" encoding="utf-8"?>
<p:tagLst xmlns:a="http://schemas.openxmlformats.org/drawingml/2006/main" xmlns:r="http://schemas.openxmlformats.org/officeDocument/2006/relationships" xmlns:p="http://schemas.openxmlformats.org/presentationml/2006/main">
  <p:tag name="SHAPE_LOCKS" val="1983"/>
</p:tagLst>
</file>

<file path=ppt/tags/tag17.xml><?xml version="1.0" encoding="utf-8"?>
<p:tagLst xmlns:a="http://schemas.openxmlformats.org/drawingml/2006/main" xmlns:r="http://schemas.openxmlformats.org/officeDocument/2006/relationships" xmlns:p="http://schemas.openxmlformats.org/presentationml/2006/main">
  <p:tag name="SHAPE_LOCKS" val="1983"/>
</p:tagLst>
</file>

<file path=ppt/tags/tag18.xml><?xml version="1.0" encoding="utf-8"?>
<p:tagLst xmlns:a="http://schemas.openxmlformats.org/drawingml/2006/main" xmlns:r="http://schemas.openxmlformats.org/officeDocument/2006/relationships" xmlns:p="http://schemas.openxmlformats.org/presentationml/2006/main">
  <p:tag name="SHAPE_LOCKS" val="1983"/>
</p:tagLst>
</file>

<file path=ppt/tags/tag19.xml><?xml version="1.0" encoding="utf-8"?>
<p:tagLst xmlns:a="http://schemas.openxmlformats.org/drawingml/2006/main" xmlns:r="http://schemas.openxmlformats.org/officeDocument/2006/relationships" xmlns:p="http://schemas.openxmlformats.org/presentationml/2006/main">
  <p:tag name="SHAPE_LOCKS" val="1983"/>
</p:tagLst>
</file>

<file path=ppt/tags/tag20.xml><?xml version="1.0" encoding="utf-8"?>
<p:tagLst xmlns:a="http://schemas.openxmlformats.org/drawingml/2006/main" xmlns:r="http://schemas.openxmlformats.org/officeDocument/2006/relationships" xmlns:p="http://schemas.openxmlformats.org/presentationml/2006/main">
  <p:tag name="SHAPE_LOCKS" val="1983"/>
</p:tagLst>
</file>

<file path=ppt/tags/tag21.xml><?xml version="1.0" encoding="utf-8"?>
<p:tagLst xmlns:a="http://schemas.openxmlformats.org/drawingml/2006/main" xmlns:r="http://schemas.openxmlformats.org/officeDocument/2006/relationships" xmlns:p="http://schemas.openxmlformats.org/presentationml/2006/main">
  <p:tag name="SHAPE_LOCKS" val="1983"/>
</p:tagLst>
</file>

<file path=ppt/tags/tag22.xml><?xml version="1.0" encoding="utf-8"?>
<p:tagLst xmlns:a="http://schemas.openxmlformats.org/drawingml/2006/main" xmlns:r="http://schemas.openxmlformats.org/officeDocument/2006/relationships" xmlns:p="http://schemas.openxmlformats.org/presentationml/2006/main">
  <p:tag name="SHAPE_LOCKS" val="1983"/>
</p:tagLst>
</file>

<file path=ppt/tags/tag23.xml><?xml version="1.0" encoding="utf-8"?>
<p:tagLst xmlns:a="http://schemas.openxmlformats.org/drawingml/2006/main" xmlns:r="http://schemas.openxmlformats.org/officeDocument/2006/relationships" xmlns:p="http://schemas.openxmlformats.org/presentationml/2006/main">
  <p:tag name="SHAPE_LOCKS" val="1983"/>
</p:tagLst>
</file>

<file path=ppt/tags/tag24.xml><?xml version="1.0" encoding="utf-8"?>
<p:tagLst xmlns:a="http://schemas.openxmlformats.org/drawingml/2006/main" xmlns:r="http://schemas.openxmlformats.org/officeDocument/2006/relationships" xmlns:p="http://schemas.openxmlformats.org/presentationml/2006/main">
  <p:tag name="SHAPE_LOCKS" val="1983"/>
</p:tagLst>
</file>

<file path=ppt/tags/tag25.xml><?xml version="1.0" encoding="utf-8"?>
<p:tagLst xmlns:a="http://schemas.openxmlformats.org/drawingml/2006/main" xmlns:r="http://schemas.openxmlformats.org/officeDocument/2006/relationships" xmlns:p="http://schemas.openxmlformats.org/presentationml/2006/main">
  <p:tag name="SHAPE_LOCKS" val="1983"/>
</p:tagLst>
</file>

<file path=ppt/tags/tag26.xml><?xml version="1.0" encoding="utf-8"?>
<p:tagLst xmlns:a="http://schemas.openxmlformats.org/drawingml/2006/main" xmlns:r="http://schemas.openxmlformats.org/officeDocument/2006/relationships" xmlns:p="http://schemas.openxmlformats.org/presentationml/2006/main">
  <p:tag name="ROLE" val="title"/>
</p:tagLst>
</file>

<file path=ppt/tags/tag27.xml><?xml version="1.0" encoding="utf-8"?>
<p:tagLst xmlns:a="http://schemas.openxmlformats.org/drawingml/2006/main" xmlns:r="http://schemas.openxmlformats.org/officeDocument/2006/relationships" xmlns:p="http://schemas.openxmlformats.org/presentationml/2006/main">
  <p:tag name="ROLE" val="textplaceholder1"/>
</p:tagLst>
</file>

<file path=ppt/tags/tag28.xml><?xml version="1.0" encoding="utf-8"?>
<p:tagLst xmlns:a="http://schemas.openxmlformats.org/drawingml/2006/main" xmlns:r="http://schemas.openxmlformats.org/officeDocument/2006/relationships" xmlns:p="http://schemas.openxmlformats.org/presentationml/2006/main">
  <p:tag name="ROLE" val="title"/>
</p:tagLst>
</file>

<file path=ppt/tags/tag29.xml><?xml version="1.0" encoding="utf-8"?>
<p:tagLst xmlns:a="http://schemas.openxmlformats.org/drawingml/2006/main" xmlns:r="http://schemas.openxmlformats.org/officeDocument/2006/relationships" xmlns:p="http://schemas.openxmlformats.org/presentationml/2006/main">
  <p:tag name="ROLE" val="footer"/>
</p:tagLst>
</file>

<file path=ppt/tags/tag30.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1.xml><?xml version="1.0" encoding="utf-8"?>
<p:tagLst xmlns:a="http://schemas.openxmlformats.org/drawingml/2006/main" xmlns:r="http://schemas.openxmlformats.org/officeDocument/2006/relationships" xmlns:p="http://schemas.openxmlformats.org/presentationml/2006/main">
  <p:tag name="ROLE" val="title"/>
</p:tagLst>
</file>

<file path=ppt/tags/tag32.xml><?xml version="1.0" encoding="utf-8"?>
<p:tagLst xmlns:a="http://schemas.openxmlformats.org/drawingml/2006/main" xmlns:r="http://schemas.openxmlformats.org/officeDocument/2006/relationships" xmlns:p="http://schemas.openxmlformats.org/presentationml/2006/main">
  <p:tag name="ROLE" val="subtitle1"/>
</p:tagLst>
</file>

<file path=ppt/tags/tag33.xml><?xml version="1.0" encoding="utf-8"?>
<p:tagLst xmlns:a="http://schemas.openxmlformats.org/drawingml/2006/main" xmlns:r="http://schemas.openxmlformats.org/officeDocument/2006/relationships" xmlns:p="http://schemas.openxmlformats.org/presentationml/2006/main">
  <p:tag name="ROLE" val="footer"/>
</p:tagLst>
</file>

<file path=ppt/tags/tag34.xml><?xml version="1.0" encoding="utf-8"?>
<p:tagLst xmlns:a="http://schemas.openxmlformats.org/drawingml/2006/main" xmlns:r="http://schemas.openxmlformats.org/officeDocument/2006/relationships" xmlns:p="http://schemas.openxmlformats.org/presentationml/2006/main">
  <p:tag name="ROLE" val="textplaceholder1"/>
</p:tagLst>
</file>

<file path=ppt/tags/tag35.xml><?xml version="1.0" encoding="utf-8"?>
<p:tagLst xmlns:a="http://schemas.openxmlformats.org/drawingml/2006/main" xmlns:r="http://schemas.openxmlformats.org/officeDocument/2006/relationships" xmlns:p="http://schemas.openxmlformats.org/presentationml/2006/main">
  <p:tag name="ROLE" val="footer"/>
</p:tagLst>
</file>

<file path=ppt/tags/tag36.xml><?xml version="1.0" encoding="utf-8"?>
<p:tagLst xmlns:a="http://schemas.openxmlformats.org/drawingml/2006/main" xmlns:r="http://schemas.openxmlformats.org/officeDocument/2006/relationships" xmlns:p="http://schemas.openxmlformats.org/presentationml/2006/main">
  <p:tag name="ROLE" val="title"/>
</p:tagLst>
</file>

<file path=ppt/tags/tag37.xml><?xml version="1.0" encoding="utf-8"?>
<p:tagLst xmlns:a="http://schemas.openxmlformats.org/drawingml/2006/main" xmlns:r="http://schemas.openxmlformats.org/officeDocument/2006/relationships" xmlns:p="http://schemas.openxmlformats.org/presentationml/2006/main">
  <p:tag name="ROLE" val="subtitle1"/>
</p:tagLst>
</file>

<file path=ppt/tags/tag38.xml><?xml version="1.0" encoding="utf-8"?>
<p:tagLst xmlns:a="http://schemas.openxmlformats.org/drawingml/2006/main" xmlns:r="http://schemas.openxmlformats.org/officeDocument/2006/relationships" xmlns:p="http://schemas.openxmlformats.org/presentationml/2006/main">
  <p:tag name="ROLE" val="title"/>
</p:tagLst>
</file>

<file path=ppt/tags/tag39.xml><?xml version="1.0" encoding="utf-8"?>
<p:tagLst xmlns:a="http://schemas.openxmlformats.org/drawingml/2006/main" xmlns:r="http://schemas.openxmlformats.org/officeDocument/2006/relationships" xmlns:p="http://schemas.openxmlformats.org/presentationml/2006/main">
  <p:tag name="ROLE" val="subtitle1"/>
</p:tagLst>
</file>

<file path=ppt/tags/tag40.xml><?xml version="1.0" encoding="utf-8"?>
<p:tagLst xmlns:a="http://schemas.openxmlformats.org/drawingml/2006/main" xmlns:r="http://schemas.openxmlformats.org/officeDocument/2006/relationships" xmlns:p="http://schemas.openxmlformats.org/presentationml/2006/main">
  <p:tag name="ROLE" val="footer"/>
</p:tagLst>
</file>

<file path=ppt/tags/tag41.xml><?xml version="1.0" encoding="utf-8"?>
<p:tagLst xmlns:a="http://schemas.openxmlformats.org/drawingml/2006/main" xmlns:r="http://schemas.openxmlformats.org/officeDocument/2006/relationships" xmlns:p="http://schemas.openxmlformats.org/presentationml/2006/main">
  <p:tag name="ROLE" val="textplaceholder1"/>
</p:tagLst>
</file>

<file path=ppt/tags/tag42.xml><?xml version="1.0" encoding="utf-8"?>
<p:tagLst xmlns:a="http://schemas.openxmlformats.org/drawingml/2006/main" xmlns:r="http://schemas.openxmlformats.org/officeDocument/2006/relationships" xmlns:p="http://schemas.openxmlformats.org/presentationml/2006/main">
  <p:tag name="ROLE" val="subtitle2"/>
</p:tagLst>
</file>

<file path=ppt/tags/tag43.xml><?xml version="1.0" encoding="utf-8"?>
<p:tagLst xmlns:a="http://schemas.openxmlformats.org/drawingml/2006/main" xmlns:r="http://schemas.openxmlformats.org/officeDocument/2006/relationships" xmlns:p="http://schemas.openxmlformats.org/presentationml/2006/main">
  <p:tag name="ROLE" val="textplaceholder2"/>
</p:tagLst>
</file>

<file path=ppt/tags/tag44.xml><?xml version="1.0" encoding="utf-8"?>
<p:tagLst xmlns:a="http://schemas.openxmlformats.org/drawingml/2006/main" xmlns:r="http://schemas.openxmlformats.org/officeDocument/2006/relationships" xmlns:p="http://schemas.openxmlformats.org/presentationml/2006/main">
  <p:tag name="ROLE" val="subtitle3"/>
</p:tagLst>
</file>

<file path=ppt/tags/tag45.xml><?xml version="1.0" encoding="utf-8"?>
<p:tagLst xmlns:a="http://schemas.openxmlformats.org/drawingml/2006/main" xmlns:r="http://schemas.openxmlformats.org/officeDocument/2006/relationships" xmlns:p="http://schemas.openxmlformats.org/presentationml/2006/main">
  <p:tag name="ROLE" val="textplaceholder3"/>
</p:tagLst>
</file>

<file path=ppt/tags/tag46.xml><?xml version="1.0" encoding="utf-8"?>
<p:tagLst xmlns:a="http://schemas.openxmlformats.org/drawingml/2006/main" xmlns:r="http://schemas.openxmlformats.org/officeDocument/2006/relationships" xmlns:p="http://schemas.openxmlformats.org/presentationml/2006/main">
  <p:tag name="ROLE" val="subtitle4"/>
</p:tagLst>
</file>

<file path=ppt/tags/tag47.xml><?xml version="1.0" encoding="utf-8"?>
<p:tagLst xmlns:a="http://schemas.openxmlformats.org/drawingml/2006/main" xmlns:r="http://schemas.openxmlformats.org/officeDocument/2006/relationships" xmlns:p="http://schemas.openxmlformats.org/presentationml/2006/main">
  <p:tag name="ROLE" val="textplaceholder4"/>
</p:tagLst>
</file>

<file path=ppt/tags/tag48.xml><?xml version="1.0" encoding="utf-8"?>
<p:tagLst xmlns:a="http://schemas.openxmlformats.org/drawingml/2006/main" xmlns:r="http://schemas.openxmlformats.org/officeDocument/2006/relationships" xmlns:p="http://schemas.openxmlformats.org/presentationml/2006/main">
  <p:tag name="ROLE" val="subtitle5"/>
</p:tagLst>
</file>

<file path=ppt/tags/tag49.xml><?xml version="1.0" encoding="utf-8"?>
<p:tagLst xmlns:a="http://schemas.openxmlformats.org/drawingml/2006/main" xmlns:r="http://schemas.openxmlformats.org/officeDocument/2006/relationships" xmlns:p="http://schemas.openxmlformats.org/presentationml/2006/main">
  <p:tag name="ROLE" val="textplaceholder5"/>
</p:tagLst>
</file>

<file path=ppt/tags/tag50.xml><?xml version="1.0" encoding="utf-8"?>
<p:tagLst xmlns:a="http://schemas.openxmlformats.org/drawingml/2006/main" xmlns:r="http://schemas.openxmlformats.org/officeDocument/2006/relationships" xmlns:p="http://schemas.openxmlformats.org/presentationml/2006/main">
  <p:tag name="ROLE" val="title"/>
</p:tagLst>
</file>

<file path=ppt/tags/tag51.xml><?xml version="1.0" encoding="utf-8"?>
<p:tagLst xmlns:a="http://schemas.openxmlformats.org/drawingml/2006/main" xmlns:r="http://schemas.openxmlformats.org/officeDocument/2006/relationships" xmlns:p="http://schemas.openxmlformats.org/presentationml/2006/main">
  <p:tag name="ROLE" val="subtitle1"/>
</p:tagLst>
</file>

<file path=ppt/tags/tag52.xml><?xml version="1.0" encoding="utf-8"?>
<p:tagLst xmlns:a="http://schemas.openxmlformats.org/drawingml/2006/main" xmlns:r="http://schemas.openxmlformats.org/officeDocument/2006/relationships" xmlns:p="http://schemas.openxmlformats.org/presentationml/2006/main">
  <p:tag name="ROLE" val="footer"/>
</p:tagLst>
</file>

<file path=ppt/tags/tag53.xml><?xml version="1.0" encoding="utf-8"?>
<p:tagLst xmlns:a="http://schemas.openxmlformats.org/drawingml/2006/main" xmlns:r="http://schemas.openxmlformats.org/officeDocument/2006/relationships" xmlns:p="http://schemas.openxmlformats.org/presentationml/2006/main">
  <p:tag name="ROLE" val="textplaceholder1"/>
</p:tagLst>
</file>

<file path=ppt/tags/tag54.xml><?xml version="1.0" encoding="utf-8"?>
<p:tagLst xmlns:a="http://schemas.openxmlformats.org/drawingml/2006/main" xmlns:r="http://schemas.openxmlformats.org/officeDocument/2006/relationships" xmlns:p="http://schemas.openxmlformats.org/presentationml/2006/main">
  <p:tag name="ROLE" val="title"/>
</p:tagLst>
</file>

<file path=ppt/tags/tag55.xml><?xml version="1.0" encoding="utf-8"?>
<p:tagLst xmlns:a="http://schemas.openxmlformats.org/drawingml/2006/main" xmlns:r="http://schemas.openxmlformats.org/officeDocument/2006/relationships" xmlns:p="http://schemas.openxmlformats.org/presentationml/2006/main">
  <p:tag name="ROLE" val="subtitle1"/>
</p:tagLst>
</file>

<file path=ppt/tags/tag56.xml><?xml version="1.0" encoding="utf-8"?>
<p:tagLst xmlns:a="http://schemas.openxmlformats.org/drawingml/2006/main" xmlns:r="http://schemas.openxmlformats.org/officeDocument/2006/relationships" xmlns:p="http://schemas.openxmlformats.org/presentationml/2006/main">
  <p:tag name="ROLE" val="footer"/>
</p:tagLst>
</file>

<file path=ppt/tags/tag57.xml><?xml version="1.0" encoding="utf-8"?>
<p:tagLst xmlns:a="http://schemas.openxmlformats.org/drawingml/2006/main" xmlns:r="http://schemas.openxmlformats.org/officeDocument/2006/relationships" xmlns:p="http://schemas.openxmlformats.org/presentationml/2006/main">
  <p:tag name="ROLE" val="textplaceholder1"/>
</p:tagLst>
</file>

<file path=ppt/tags/tag58.xml><?xml version="1.0" encoding="utf-8"?>
<p:tagLst xmlns:a="http://schemas.openxmlformats.org/drawingml/2006/main" xmlns:r="http://schemas.openxmlformats.org/officeDocument/2006/relationships" xmlns:p="http://schemas.openxmlformats.org/presentationml/2006/main">
  <p:tag name="ROLE" val="title"/>
</p:tagLst>
</file>

<file path=ppt/tags/tag59.xml><?xml version="1.0" encoding="utf-8"?>
<p:tagLst xmlns:a="http://schemas.openxmlformats.org/drawingml/2006/main" xmlns:r="http://schemas.openxmlformats.org/officeDocument/2006/relationships" xmlns:p="http://schemas.openxmlformats.org/presentationml/2006/main">
  <p:tag name="ROLE" val="subtitle1"/>
</p:tagLst>
</file>

<file path=ppt/tags/tag60.xml><?xml version="1.0" encoding="utf-8"?>
<p:tagLst xmlns:a="http://schemas.openxmlformats.org/drawingml/2006/main" xmlns:r="http://schemas.openxmlformats.org/officeDocument/2006/relationships" xmlns:p="http://schemas.openxmlformats.org/presentationml/2006/main">
  <p:tag name="ROLE" val="footer"/>
</p:tagLst>
</file>

<file path=ppt/tags/tag61.xml><?xml version="1.0" encoding="utf-8"?>
<p:tagLst xmlns:a="http://schemas.openxmlformats.org/drawingml/2006/main" xmlns:r="http://schemas.openxmlformats.org/officeDocument/2006/relationships" xmlns:p="http://schemas.openxmlformats.org/presentationml/2006/main">
  <p:tag name="ROLE" val="textplaceholder1"/>
</p:tagLst>
</file>

<file path=ppt/tags/tag62.xml><?xml version="1.0" encoding="utf-8"?>
<p:tagLst xmlns:a="http://schemas.openxmlformats.org/drawingml/2006/main" xmlns:r="http://schemas.openxmlformats.org/officeDocument/2006/relationships" xmlns:p="http://schemas.openxmlformats.org/presentationml/2006/main">
  <p:tag name="ROLE" val="title"/>
</p:tagLst>
</file>

<file path=ppt/tags/tag63.xml><?xml version="1.0" encoding="utf-8"?>
<p:tagLst xmlns:a="http://schemas.openxmlformats.org/drawingml/2006/main" xmlns:r="http://schemas.openxmlformats.org/officeDocument/2006/relationships" xmlns:p="http://schemas.openxmlformats.org/presentationml/2006/main">
  <p:tag name="ROLE" val="subtitle1"/>
</p:tagLst>
</file>

<file path=ppt/tags/tag64.xml><?xml version="1.0" encoding="utf-8"?>
<p:tagLst xmlns:a="http://schemas.openxmlformats.org/drawingml/2006/main" xmlns:r="http://schemas.openxmlformats.org/officeDocument/2006/relationships" xmlns:p="http://schemas.openxmlformats.org/presentationml/2006/main">
  <p:tag name="ROLE" val="footer"/>
</p:tagLst>
</file>

<file path=ppt/tags/tag65.xml><?xml version="1.0" encoding="utf-8"?>
<p:tagLst xmlns:a="http://schemas.openxmlformats.org/drawingml/2006/main" xmlns:r="http://schemas.openxmlformats.org/officeDocument/2006/relationships" xmlns:p="http://schemas.openxmlformats.org/presentationml/2006/main">
  <p:tag name="SHAPE_LOCKS" val="1935"/>
</p:tagLst>
</file>

<file path=ppt/tags/tag66.xml><?xml version="1.0" encoding="utf-8"?>
<p:tagLst xmlns:a="http://schemas.openxmlformats.org/drawingml/2006/main" xmlns:r="http://schemas.openxmlformats.org/officeDocument/2006/relationships" xmlns:p="http://schemas.openxmlformats.org/presentationml/2006/main">
  <p:tag name="SHAPE_LOCKS" val="1935"/>
</p:tagLst>
</file>

<file path=ppt/tags/tag67.xml><?xml version="1.0" encoding="utf-8"?>
<p:tagLst xmlns:a="http://schemas.openxmlformats.org/drawingml/2006/main" xmlns:r="http://schemas.openxmlformats.org/officeDocument/2006/relationships" xmlns:p="http://schemas.openxmlformats.org/presentationml/2006/main">
  <p:tag name="SHAPE_LOCKS" val="1935"/>
</p:tagLst>
</file>

<file path=ppt/tags/tag68.xml><?xml version="1.0" encoding="utf-8"?>
<p:tagLst xmlns:a="http://schemas.openxmlformats.org/drawingml/2006/main" xmlns:r="http://schemas.openxmlformats.org/officeDocument/2006/relationships" xmlns:p="http://schemas.openxmlformats.org/presentationml/2006/main">
  <p:tag name="SHAPE_LOCKS" val="1935"/>
</p:tagLst>
</file>

<file path=ppt/tags/tag69.xml><?xml version="1.0" encoding="utf-8"?>
<p:tagLst xmlns:a="http://schemas.openxmlformats.org/drawingml/2006/main" xmlns:r="http://schemas.openxmlformats.org/officeDocument/2006/relationships" xmlns:p="http://schemas.openxmlformats.org/presentationml/2006/main">
  <p:tag name="SHAPE_LOCKS" val="1935"/>
</p:tagLst>
</file>

<file path=ppt/tags/tag70.xml><?xml version="1.0" encoding="utf-8"?>
<p:tagLst xmlns:a="http://schemas.openxmlformats.org/drawingml/2006/main" xmlns:r="http://schemas.openxmlformats.org/officeDocument/2006/relationships" xmlns:p="http://schemas.openxmlformats.org/presentationml/2006/main">
  <p:tag name="SHAPE_LOCKS" val="1935"/>
</p:tagLst>
</file>

<file path=ppt/tags/tag71.xml><?xml version="1.0" encoding="utf-8"?>
<p:tagLst xmlns:a="http://schemas.openxmlformats.org/drawingml/2006/main" xmlns:r="http://schemas.openxmlformats.org/officeDocument/2006/relationships" xmlns:p="http://schemas.openxmlformats.org/presentationml/2006/main">
  <p:tag name="SHAPE_LOCKS" val="1935"/>
</p:tagLst>
</file>

<file path=ppt/tags/tag72.xml><?xml version="1.0" encoding="utf-8"?>
<p:tagLst xmlns:a="http://schemas.openxmlformats.org/drawingml/2006/main" xmlns:r="http://schemas.openxmlformats.org/officeDocument/2006/relationships" xmlns:p="http://schemas.openxmlformats.org/presentationml/2006/main">
  <p:tag name="SHAPE_LOCKS" val="1935"/>
</p:tagLst>
</file>

<file path=ppt/tags/tag73.xml><?xml version="1.0" encoding="utf-8"?>
<p:tagLst xmlns:a="http://schemas.openxmlformats.org/drawingml/2006/main" xmlns:r="http://schemas.openxmlformats.org/officeDocument/2006/relationships" xmlns:p="http://schemas.openxmlformats.org/presentationml/2006/main">
  <p:tag name="SHAPE_LOCKS" val="1935"/>
</p:tagLst>
</file>

<file path=ppt/tags/tag74.xml><?xml version="1.0" encoding="utf-8"?>
<p:tagLst xmlns:a="http://schemas.openxmlformats.org/drawingml/2006/main" xmlns:r="http://schemas.openxmlformats.org/officeDocument/2006/relationships" xmlns:p="http://schemas.openxmlformats.org/presentationml/2006/main">
  <p:tag name="SHAPE_LOCKS" val="1935"/>
</p:tagLst>
</file>

<file path=ppt/tags/tag75.xml><?xml version="1.0" encoding="utf-8"?>
<p:tagLst xmlns:a="http://schemas.openxmlformats.org/drawingml/2006/main" xmlns:r="http://schemas.openxmlformats.org/officeDocument/2006/relationships" xmlns:p="http://schemas.openxmlformats.org/presentationml/2006/main">
  <p:tag name="SHAPE_LOCKS" val="1935"/>
</p:tagLst>
</file>

<file path=ppt/tags/tag76.xml><?xml version="1.0" encoding="utf-8"?>
<p:tagLst xmlns:a="http://schemas.openxmlformats.org/drawingml/2006/main" xmlns:r="http://schemas.openxmlformats.org/officeDocument/2006/relationships" xmlns:p="http://schemas.openxmlformats.org/presentationml/2006/main">
  <p:tag name="SHAPE_LOCKS" val="1935"/>
</p:tagLst>
</file>

<file path=ppt/tags/tag77.xml><?xml version="1.0" encoding="utf-8"?>
<p:tagLst xmlns:a="http://schemas.openxmlformats.org/drawingml/2006/main" xmlns:r="http://schemas.openxmlformats.org/officeDocument/2006/relationships" xmlns:p="http://schemas.openxmlformats.org/presentationml/2006/main">
  <p:tag name="SHAPE_LOCKS" val="1935"/>
</p:tagLst>
</file>

<file path=ppt/tags/tag78.xml><?xml version="1.0" encoding="utf-8"?>
<p:tagLst xmlns:a="http://schemas.openxmlformats.org/drawingml/2006/main" xmlns:r="http://schemas.openxmlformats.org/officeDocument/2006/relationships" xmlns:p="http://schemas.openxmlformats.org/presentationml/2006/main">
  <p:tag name="SHAPE_LOCKS" val="1935"/>
</p:tagLst>
</file>

<file path=ppt/tags/tag79.xml><?xml version="1.0" encoding="utf-8"?>
<p:tagLst xmlns:a="http://schemas.openxmlformats.org/drawingml/2006/main" xmlns:r="http://schemas.openxmlformats.org/officeDocument/2006/relationships" xmlns:p="http://schemas.openxmlformats.org/presentationml/2006/main">
  <p:tag name="SHAPE_LOCKS" val="1935"/>
</p:tagLst>
</file>

<file path=ppt/tags/tag82.xml><?xml version="1.0" encoding="utf-8"?>
<p:tagLst xmlns:a="http://schemas.openxmlformats.org/drawingml/2006/main" xmlns:r="http://schemas.openxmlformats.org/officeDocument/2006/relationships" xmlns:p="http://schemas.openxmlformats.org/presentationml/2006/main">
  <p:tag name="SHAPE_LOCKS" val="1935"/>
</p:tagLst>
</file>

<file path=ppt/tags/tag83.xml><?xml version="1.0" encoding="utf-8"?>
<p:tagLst xmlns:a="http://schemas.openxmlformats.org/drawingml/2006/main" xmlns:r="http://schemas.openxmlformats.org/officeDocument/2006/relationships" xmlns:p="http://schemas.openxmlformats.org/presentationml/2006/main">
  <p:tag name="SHAPE_LOCKS" val="1935"/>
</p:tagLst>
</file>

<file path=ppt/tags/tag84.xml><?xml version="1.0" encoding="utf-8"?>
<p:tagLst xmlns:a="http://schemas.openxmlformats.org/drawingml/2006/main" xmlns:r="http://schemas.openxmlformats.org/officeDocument/2006/relationships" xmlns:p="http://schemas.openxmlformats.org/presentationml/2006/main">
  <p:tag name="SHAPE_LOCKS" val="1935"/>
</p:tagLst>
</file>

<file path=ppt/tags/tag85.xml><?xml version="1.0" encoding="utf-8"?>
<p:tagLst xmlns:a="http://schemas.openxmlformats.org/drawingml/2006/main" xmlns:r="http://schemas.openxmlformats.org/officeDocument/2006/relationships" xmlns:p="http://schemas.openxmlformats.org/presentationml/2006/main">
  <p:tag name="SHAPE_LOCKS" val="1935"/>
</p:tagLst>
</file>

<file path=ppt/theme/theme1.xml><?xml version="1.0" encoding="utf-8"?>
<a:theme xmlns:a="http://schemas.openxmlformats.org/drawingml/2006/main" name="1">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AA2DA766-CE65-48BC-8511-249081462825}"/>
    </a:ext>
  </a:extLst>
</a:theme>
</file>

<file path=ppt/theme/theme2.xml><?xml version="1.0" encoding="utf-8"?>
<a:theme xmlns:a="http://schemas.openxmlformats.org/drawingml/2006/main" name="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D2C55FCA-6C9D-4FD9-BCCB-6B11EC7624E0}"/>
    </a:ext>
  </a:extLst>
</a:theme>
</file>

<file path=ppt/theme/theme3.xml><?xml version="1.0" encoding="utf-8"?>
<a:theme xmlns:a="http://schemas.openxmlformats.org/drawingml/2006/main" name="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A1CF6E08-6A90-4A05-8CF6-C1D6B907E9E4}"/>
    </a:ext>
  </a:extLst>
</a:theme>
</file>

<file path=ppt/theme/theme4.xml><?xml version="1.0" encoding="utf-8"?>
<a:theme xmlns:a="http://schemas.openxmlformats.org/drawingml/2006/main" name="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3585EBC0-9BD4-4B94-BA7E-D99659FFC551}"/>
    </a:ext>
  </a:extLst>
</a:theme>
</file>

<file path=ppt/theme/theme5.xml><?xml version="1.0" encoding="utf-8"?>
<a:theme xmlns:a="http://schemas.openxmlformats.org/drawingml/2006/main" name="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4EC11675-298F-428E-A9BF-A31917A61436}"/>
    </a:ext>
  </a:extLst>
</a:theme>
</file>

<file path=ppt/theme/theme6.xml><?xml version="1.0" encoding="utf-8"?>
<a:theme xmlns:a="http://schemas.openxmlformats.org/drawingml/2006/main" name="Guidlin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123 UBE PPP_169_V3_entw1.pptx" id="{320F5B9C-A90C-49C1-B68C-6D1387B8CC7F}" vid="{537F7234-F006-46B7-8EDD-53C1CCB107B6}"/>
    </a:ext>
  </a:extLst>
</a:theme>
</file>

<file path=ppt/theme/theme7.xml><?xml version="1.0" encoding="utf-8"?>
<a:theme xmlns:a="http://schemas.openxmlformats.org/drawingml/2006/main" name="Cambridge">
  <a:themeElements>
    <a:clrScheme name="Simple-blue">
      <a:dk1>
        <a:srgbClr val="313131"/>
      </a:dk1>
      <a:lt1>
        <a:srgbClr val="FFFFFF"/>
      </a:lt1>
      <a:dk2>
        <a:srgbClr val="313131"/>
      </a:dk2>
      <a:lt2>
        <a:srgbClr val="FFFFFF"/>
      </a:lt2>
      <a:accent1>
        <a:srgbClr val="425B7A"/>
      </a:accent1>
      <a:accent2>
        <a:srgbClr val="54749A"/>
      </a:accent2>
      <a:accent3>
        <a:srgbClr val="7CACC4"/>
      </a:accent3>
      <a:accent4>
        <a:srgbClr val="C7D9E5"/>
      </a:accent4>
      <a:accent5>
        <a:srgbClr val="DAE6EE"/>
      </a:accent5>
      <a:accent6>
        <a:srgbClr val="EFF4F7"/>
      </a:accent6>
      <a:hlink>
        <a:srgbClr val="BFBFBF"/>
      </a:hlink>
      <a:folHlink>
        <a:srgbClr val="7E7E7E"/>
      </a:folHlink>
    </a:clrScheme>
    <a:fontScheme name="Simple">
      <a:majorFont>
        <a:latin typeface="Arial"/>
        <a:ea typeface=""/>
        <a:cs typeface=""/>
      </a:majorFont>
      <a:minorFont>
        <a:latin typeface="Arial"/>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9.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3">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9AD26C8-86C7-4605-B53C-C85C9C72205A}">
  <we:reference id="wa200005566" version="3.0.0.5" store="en-US" storeType="OMEX"/>
  <we:alternateReferences>
    <we:reference id="WA200005566" version="3.0.0.5" store="WA200005566" storeType="OMEX"/>
  </we:alternateReferences>
  <we:properties>
    <we:property name="theme" value="{&quot;name&quot;:&quot;Blue&quot;,&quot;color&quot;:&quot;#425B7A&quot;,&quot;colorPalette&quot;:[&quot;313131&quot;,&quot;FFFFFF&quot;,&quot;313131&quot;,&quot;FFFFFF&quot;,&quot;425B7A&quot;,&quot;54749A&quot;,&quot;7CACC4&quot;,&quot;C7D9E5&quot;,&quot;DAE6EE&quot;,&quot;EFF4F7&quot;,&quot;BFBFBF&quot;,&quot;7E7E7E&quot;],&quot;previewImages&quot;:[&quot;https://cpp.appsdowonders.com/assets/SlideTitle-cambridge.webp&quot;,&quot;https://cpp.appsdowonders.com/assets/SlideAgenda-cambridge.webp&quot;,&quot;https://cpp.appsdowonders.com/assets/SlideTextbox1V1-cambridge.webp&quot;,&quot;https://cpp.appsdowonders.com/assets/SlideTextbox3V1-cambridge.webp&quot;,&quot;https://cpp.appsdowonders.com/assets/SlideTable-cambridge.webp&quot;,&quot;https://cpp.appsdowonders.com/assets/SlideTimelineV1-cambridge.webp&quot;],&quot;isDefault&quot;:true,&quot;previewAnimation&quot;:&quot;https://cpp.appsdowonders.com/assets/cambridge-preview.gif&quot;,&quot;index&quot;:0,&quot;template&quot;:&quot;Cambridge&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UniBe_Vorlage_PP_unirot_02112018</Template>
  <TotalTime>190</TotalTime>
  <Words>2909</Words>
  <Application>Microsoft Office PowerPoint</Application>
  <PresentationFormat>On-screen Show (16:9)</PresentationFormat>
  <Paragraphs>171</Paragraphs>
  <Slides>15</Slides>
  <Notes>13</Notes>
  <HiddenSlides>0</HiddenSlides>
  <MMClips>0</MMClips>
  <ScaleCrop>false</ScaleCrop>
  <HeadingPairs>
    <vt:vector size="6" baseType="variant">
      <vt:variant>
        <vt:lpstr>Fonts Used</vt:lpstr>
      </vt:variant>
      <vt:variant>
        <vt:i4>3</vt:i4>
      </vt:variant>
      <vt:variant>
        <vt:lpstr>Theme</vt:lpstr>
      </vt:variant>
      <vt:variant>
        <vt:i4>7</vt:i4>
      </vt:variant>
      <vt:variant>
        <vt:lpstr>Slide Titles</vt:lpstr>
      </vt:variant>
      <vt:variant>
        <vt:i4>15</vt:i4>
      </vt:variant>
    </vt:vector>
  </HeadingPairs>
  <TitlesOfParts>
    <vt:vector size="25" baseType="lpstr">
      <vt:lpstr>Arial</vt:lpstr>
      <vt:lpstr>Calibri</vt:lpstr>
      <vt:lpstr>Wingdings</vt:lpstr>
      <vt:lpstr>1</vt:lpstr>
      <vt:lpstr>2</vt:lpstr>
      <vt:lpstr>3</vt:lpstr>
      <vt:lpstr>4</vt:lpstr>
      <vt:lpstr>5</vt:lpstr>
      <vt:lpstr>Guidlines</vt:lpstr>
      <vt:lpstr>Cambridge</vt:lpstr>
      <vt:lpstr>SelfHelp</vt:lpstr>
      <vt:lpstr>SelfHelp: A Platform for Digital Programs, Research and Support</vt:lpstr>
      <vt:lpstr>What SelfHelp Is</vt:lpstr>
      <vt:lpstr>How SelfHelp Evolved</vt:lpstr>
      <vt:lpstr>What Teams Can Achieve with It</vt:lpstr>
      <vt:lpstr>Why SelfHelp Works as a Platform, Not Just a Tool</vt:lpstr>
      <vt:lpstr> Focus Plugin 1: SurveyJS</vt:lpstr>
      <vt:lpstr>Focus Plugin 2: LLM</vt:lpstr>
      <vt:lpstr>Focus Plugin 3: LLM Therapy Chat</vt:lpstr>
      <vt:lpstr>Mobile App: Bringing SelfHelp into Daily Use</vt:lpstr>
      <vt:lpstr>How SelfHelp Compares to Existing Open, Self-Hosted Options</vt:lpstr>
      <vt:lpstr> SelfHelp 2: Why the Redesign Matters</vt:lpstr>
      <vt:lpstr>Closing: Why SelfHelp Matters Now</vt:lpstr>
      <vt:lpstr>References</vt:lpstr>
      <vt:lpstr>Thank You</vt:lpstr>
    </vt:vector>
  </TitlesOfParts>
  <Company>Universität Bern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Kodzhabashev, Stefan Tiholov (HUMDEK)</dc:creator>
  <cp:lastModifiedBy>Kodzhabashev, Stefan Tiholov (HUMDEK)</cp:lastModifiedBy>
  <cp:revision>62</cp:revision>
  <cp:lastPrinted>2018-05-01T08:16:01Z</cp:lastPrinted>
  <dcterms:created xsi:type="dcterms:W3CDTF">2021-10-11T07:36:03Z</dcterms:created>
  <dcterms:modified xsi:type="dcterms:W3CDTF">2026-03-23T16:25:40Z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2016-05-19T00:00:00Z</vt:filetime>
  </property>
  <property fmtid="{D5CDD505-2E9C-101B-9397-08002B2CF9AE}" pid="3" name="Creator">
    <vt:lpwstr>Adobe InDesign CC 2015 (Macintosh)</vt:lpwstr>
  </property>
  <property fmtid="{D5CDD505-2E9C-101B-9397-08002B2CF9AE}" pid="4" name="LastSaved">
    <vt:filetime>2016-05-19T00:00:00Z</vt:filetime>
  </property>
</Properties>
</file>