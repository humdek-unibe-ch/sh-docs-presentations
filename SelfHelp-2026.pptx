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slideLayouts/slideLayout3.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4.xml" ContentType="application/vnd.openxmlformats-officedocument.theme+xml"/>
  <Override PartName="/ppt/tags/tag6.xml" ContentType="application/vnd.openxmlformats-officedocument.presentationml.tags+xml"/>
  <Override PartName="/ppt/slideLayouts/slideLayout9.xml" ContentType="application/vnd.openxmlformats-officedocument.presentationml.slideLayout+xml"/>
  <Override PartName="/ppt/theme/theme5.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6.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7.xml" ContentType="application/vnd.openxmlformats-officedocument.them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heme/theme8.xml" ContentType="application/vnd.openxmlformats-officedocument.theme+xml"/>
  <Override PartName="/ppt/theme/theme9.xml" ContentType="application/vnd.openxmlformats-officedocument.them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1.xml" ContentType="application/vnd.openxmlformats-officedocument.presentationml.notesSlide+xml"/>
  <Override PartName="/ppt/tags/tag70.xml" ContentType="application/vnd.openxmlformats-officedocument.presentationml.tags+xml"/>
  <Override PartName="/ppt/notesSlides/notesSlide2.xml" ContentType="application/vnd.openxmlformats-officedocument.presentationml.notesSlide+xml"/>
  <Override PartName="/ppt/tags/tag71.xml" ContentType="application/vnd.openxmlformats-officedocument.presentationml.tags+xml"/>
  <Override PartName="/ppt/notesSlides/notesSlide3.xml" ContentType="application/vnd.openxmlformats-officedocument.presentationml.notesSlide+xml"/>
  <Override PartName="/ppt/tags/tag72.xml" ContentType="application/vnd.openxmlformats-officedocument.presentationml.tags+xml"/>
  <Override PartName="/ppt/notesSlides/notesSlide4.xml" ContentType="application/vnd.openxmlformats-officedocument.presentationml.notesSlide+xml"/>
  <Override PartName="/ppt/tags/tag73.xml" ContentType="application/vnd.openxmlformats-officedocument.presentationml.tags+xml"/>
  <Override PartName="/ppt/notesSlides/notesSlide5.xml" ContentType="application/vnd.openxmlformats-officedocument.presentationml.notesSlide+xml"/>
  <Override PartName="/ppt/tags/tag74.xml" ContentType="application/vnd.openxmlformats-officedocument.presentationml.tags+xml"/>
  <Override PartName="/ppt/notesSlides/notesSlide6.xml" ContentType="application/vnd.openxmlformats-officedocument.presentationml.notesSlide+xml"/>
  <Override PartName="/ppt/tags/tag75.xml" ContentType="application/vnd.openxmlformats-officedocument.presentationml.tags+xml"/>
  <Override PartName="/ppt/notesSlides/notesSlide7.xml" ContentType="application/vnd.openxmlformats-officedocument.presentationml.notesSlide+xml"/>
  <Override PartName="/ppt/tags/tag76.xml" ContentType="application/vnd.openxmlformats-officedocument.presentationml.tags+xml"/>
  <Override PartName="/ppt/notesSlides/notesSlide8.xml" ContentType="application/vnd.openxmlformats-officedocument.presentationml.notesSlide+xml"/>
  <Override PartName="/ppt/tags/tag77.xml" ContentType="application/vnd.openxmlformats-officedocument.presentationml.tags+xml"/>
  <Override PartName="/ppt/notesSlides/notesSlide9.xml" ContentType="application/vnd.openxmlformats-officedocument.presentationml.notesSlide+xml"/>
  <Override PartName="/ppt/tags/tag78.xml" ContentType="application/vnd.openxmlformats-officedocument.presentationml.tags+xml"/>
  <Override PartName="/ppt/notesSlides/notesSlide10.xml" ContentType="application/vnd.openxmlformats-officedocument.presentationml.notesSlide+xml"/>
  <Override PartName="/ppt/tags/tag79.xml" ContentType="application/vnd.openxmlformats-officedocument.presentationml.tags+xml"/>
  <Override PartName="/ppt/notesSlides/notesSlide11.xml" ContentType="application/vnd.openxmlformats-officedocument.presentationml.notesSlide+xml"/>
  <Override PartName="/ppt/tags/tag80.xml" ContentType="application/vnd.openxmlformats-officedocument.presentationml.tags+xml"/>
  <Override PartName="/ppt/notesSlides/notesSlide12.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7" r:id="rId1"/>
    <p:sldMasterId id="2147483748" r:id="rId2"/>
    <p:sldMasterId id="2147483755" r:id="rId3"/>
    <p:sldMasterId id="2147483682" r:id="rId4"/>
    <p:sldMasterId id="2147483769" r:id="rId5"/>
    <p:sldMasterId id="2147483692" r:id="rId6"/>
    <p:sldMasterId id="2147483660" r:id="rId7"/>
  </p:sldMasterIdLst>
  <p:notesMasterIdLst>
    <p:notesMasterId r:id="rId23"/>
  </p:notesMasterIdLst>
  <p:handoutMasterIdLst>
    <p:handoutMasterId r:id="rId24"/>
  </p:handoutMasterIdLst>
  <p:sldIdLst>
    <p:sldId id="290" r:id="rId8"/>
    <p:sldId id="296" r:id="rId9"/>
    <p:sldId id="305" r:id="rId10"/>
    <p:sldId id="306" r:id="rId11"/>
    <p:sldId id="307" r:id="rId12"/>
    <p:sldId id="308" r:id="rId13"/>
    <p:sldId id="311" r:id="rId14"/>
    <p:sldId id="312" r:id="rId15"/>
    <p:sldId id="313" r:id="rId16"/>
    <p:sldId id="314" r:id="rId17"/>
    <p:sldId id="315" r:id="rId18"/>
    <p:sldId id="316" r:id="rId19"/>
    <p:sldId id="317" r:id="rId20"/>
    <p:sldId id="310" r:id="rId21"/>
    <p:sldId id="300" r:id="rId22"/>
  </p:sldIdLst>
  <p:sldSz cx="9144000" cy="5143500" type="screen16x9"/>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002E"/>
    <a:srgbClr val="E6002F"/>
    <a:srgbClr val="000000"/>
    <a:srgbClr val="EE1F3C"/>
    <a:srgbClr val="7F7F7F"/>
    <a:srgbClr val="DB3943"/>
    <a:srgbClr val="EF1D3B"/>
    <a:srgbClr val="DB3842"/>
    <a:srgbClr val="414042"/>
    <a:srgbClr val="81C6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14" autoAdjust="0"/>
    <p:restoredTop sz="70190" autoAdjust="0"/>
  </p:normalViewPr>
  <p:slideViewPr>
    <p:cSldViewPr>
      <p:cViewPr varScale="1">
        <p:scale>
          <a:sx n="60" d="100"/>
          <a:sy n="60" d="100"/>
        </p:scale>
        <p:origin x="2196" y="1026"/>
      </p:cViewPr>
      <p:guideLst/>
    </p:cSldViewPr>
  </p:slideViewPr>
  <p:outlineViewPr>
    <p:cViewPr>
      <p:scale>
        <a:sx n="33" d="100"/>
        <a:sy n="33" d="100"/>
      </p:scale>
      <p:origin x="0" y="0"/>
    </p:cViewPr>
  </p:outlineViewPr>
  <p:notesTextViewPr>
    <p:cViewPr>
      <p:scale>
        <a:sx n="110" d="100"/>
        <a:sy n="11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4.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973A2117-7156-464B-A32B-D11C422FB451}"/>
              </a:ext>
            </a:extLst>
          </p:cNvPr>
          <p:cNvSpPr>
            <a:spLocks noGrp="1"/>
          </p:cNvSpPr>
          <p:nvPr>
            <p:ph type="hdr" sz="quarter"/>
          </p:nvPr>
        </p:nvSpPr>
        <p:spPr>
          <a:xfrm>
            <a:off x="0" y="0"/>
            <a:ext cx="2971800" cy="459317"/>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4B84AC69-FC3C-E14B-9D9D-00936CAFF64F}"/>
              </a:ext>
            </a:extLst>
          </p:cNvPr>
          <p:cNvSpPr>
            <a:spLocks noGrp="1"/>
          </p:cNvSpPr>
          <p:nvPr>
            <p:ph type="dt" sz="quarter" idx="1"/>
          </p:nvPr>
        </p:nvSpPr>
        <p:spPr>
          <a:xfrm>
            <a:off x="3885010" y="0"/>
            <a:ext cx="2971800" cy="459317"/>
          </a:xfrm>
          <a:prstGeom prst="rect">
            <a:avLst/>
          </a:prstGeom>
        </p:spPr>
        <p:txBody>
          <a:bodyPr vert="horz" lIns="91440" tIns="45720" rIns="91440" bIns="45720" rtlCol="0"/>
          <a:lstStyle>
            <a:lvl1pPr algn="r">
              <a:defRPr sz="1200"/>
            </a:lvl1pPr>
          </a:lstStyle>
          <a:p>
            <a:fld id="{A70AE70C-D509-4E4B-9352-79C3D11520D1}" type="datetimeFigureOut">
              <a:rPr lang="de-DE" smtClean="0"/>
              <a:t>23.03.2026</a:t>
            </a:fld>
            <a:endParaRPr lang="de-DE"/>
          </a:p>
        </p:txBody>
      </p:sp>
      <p:sp>
        <p:nvSpPr>
          <p:cNvPr id="4" name="Fußzeilenplatzhalter 3">
            <a:extLst>
              <a:ext uri="{FF2B5EF4-FFF2-40B4-BE49-F238E27FC236}">
                <a16:creationId xmlns:a16="http://schemas.microsoft.com/office/drawing/2014/main" id="{9FFC5A2D-F8EA-2A48-B4F9-46DA29E7F731}"/>
              </a:ext>
            </a:extLst>
          </p:cNvPr>
          <p:cNvSpPr>
            <a:spLocks noGrp="1"/>
          </p:cNvSpPr>
          <p:nvPr>
            <p:ph type="ftr" sz="quarter" idx="2"/>
          </p:nvPr>
        </p:nvSpPr>
        <p:spPr>
          <a:xfrm>
            <a:off x="0" y="8684685"/>
            <a:ext cx="2971800" cy="459316"/>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8A313281-26CF-9F44-9054-48901392330E}"/>
              </a:ext>
            </a:extLst>
          </p:cNvPr>
          <p:cNvSpPr>
            <a:spLocks noGrp="1"/>
          </p:cNvSpPr>
          <p:nvPr>
            <p:ph type="sldNum" sz="quarter" idx="3"/>
          </p:nvPr>
        </p:nvSpPr>
        <p:spPr>
          <a:xfrm>
            <a:off x="3885010" y="8684685"/>
            <a:ext cx="2971800" cy="459316"/>
          </a:xfrm>
          <a:prstGeom prst="rect">
            <a:avLst/>
          </a:prstGeom>
        </p:spPr>
        <p:txBody>
          <a:bodyPr vert="horz" lIns="91440" tIns="45720" rIns="91440" bIns="45720" rtlCol="0" anchor="b"/>
          <a:lstStyle>
            <a:lvl1pPr algn="r">
              <a:defRPr sz="1200"/>
            </a:lvl1pPr>
          </a:lstStyle>
          <a:p>
            <a:fld id="{78E837A5-4E29-AD49-B1D8-E1C9E0E444DD}" type="slidenum">
              <a:rPr lang="de-DE" smtClean="0"/>
              <a:t>‹#›</a:t>
            </a:fld>
            <a:endParaRPr lang="de-DE"/>
          </a:p>
        </p:txBody>
      </p:sp>
    </p:spTree>
    <p:extLst>
      <p:ext uri="{BB962C8B-B14F-4D97-AF65-F5344CB8AC3E}">
        <p14:creationId xmlns:p14="http://schemas.microsoft.com/office/powerpoint/2010/main" val="171081190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CH" dirty="0"/>
          </a:p>
        </p:txBody>
      </p:sp>
      <p:sp>
        <p:nvSpPr>
          <p:cNvPr id="3" name="Datumsplatzhalt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B77602DA-7CEE-4298-AF4B-1C87D65BAB06}" type="datetimeFigureOut">
              <a:rPr lang="de-CH" smtClean="0"/>
              <a:t>23.03.2026</a:t>
            </a:fld>
            <a:endParaRPr lang="de-CH" dirty="0"/>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CH" dirty="0"/>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de-CH" dirty="0"/>
          </a:p>
        </p:txBody>
      </p:sp>
      <p:sp>
        <p:nvSpPr>
          <p:cNvPr id="7" name="Foliennummernplatzhalt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B2B24C57-7758-4EF8-8A0E-FE171C8C1817}" type="slidenum">
              <a:rPr lang="de-CH" smtClean="0"/>
              <a:t>‹#›</a:t>
            </a:fld>
            <a:endParaRPr lang="de-CH" dirty="0"/>
          </a:p>
        </p:txBody>
      </p:sp>
    </p:spTree>
    <p:extLst>
      <p:ext uri="{BB962C8B-B14F-4D97-AF65-F5344CB8AC3E}">
        <p14:creationId xmlns:p14="http://schemas.microsoft.com/office/powerpoint/2010/main" val="145543469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Some of you may remember that we already presented </a:t>
            </a:r>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here in 2021. For others, this may be the first introduction. In both cases, the interesting part today is to see how far the platform has evolved since then.</a:t>
            </a:r>
          </a:p>
          <a:p>
            <a:endParaRPr lang="en-US" sz="1200" b="0" kern="1200" dirty="0">
              <a:solidFill>
                <a:schemeClr val="tx1"/>
              </a:solidFill>
              <a:effectLst/>
              <a:latin typeface="+mn-lt"/>
              <a:ea typeface="+mn-ea"/>
              <a:cs typeface="+mn-cs"/>
            </a:endParaRPr>
          </a:p>
          <a:p>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is no longer just a website tool. It has become a platform for building and running digital programs.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What makes it interesting is the combination. In one system, we can publish content, collect data, automate steps, support mobile use, and now add AI-supported interactions. That means we are not only creating pages. We are creating complete digital journeys.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point of this talk is to show that </a:t>
            </a:r>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has matured in a very practical direction. It now supports the full path from onboarding and content delivery to assessment, follow-up, and intelligent interaction.</a:t>
            </a:r>
          </a:p>
        </p:txBody>
      </p:sp>
      <p:sp>
        <p:nvSpPr>
          <p:cNvPr id="4" name="Footer Placeholder 3"/>
          <p:cNvSpPr>
            <a:spLocks noGrp="1"/>
          </p:cNvSpPr>
          <p:nvPr>
            <p:ph type="ftr" sz="quarter" idx="10"/>
          </p:nvPr>
        </p:nvSpPr>
        <p:spPr/>
        <p:txBody>
          <a:bodyPr/>
          <a:lstStyle/>
          <a:p>
            <a:endParaRPr lang="de-CH" dirty="0"/>
          </a:p>
        </p:txBody>
      </p:sp>
      <p:sp>
        <p:nvSpPr>
          <p:cNvPr id="5" name="Slide Number Placeholder 4"/>
          <p:cNvSpPr>
            <a:spLocks noGrp="1"/>
          </p:cNvSpPr>
          <p:nvPr>
            <p:ph type="sldNum" sz="quarter" idx="11"/>
          </p:nvPr>
        </p:nvSpPr>
        <p:spPr/>
        <p:txBody>
          <a:bodyPr/>
          <a:lstStyle/>
          <a:p>
            <a:fld id="{B2B24C57-7758-4EF8-8A0E-FE171C8C1817}" type="slidenum">
              <a:rPr lang="de-CH" smtClean="0"/>
              <a:t>2</a:t>
            </a:fld>
            <a:endParaRPr lang="de-CH" dirty="0"/>
          </a:p>
        </p:txBody>
      </p:sp>
    </p:spTree>
    <p:extLst>
      <p:ext uri="{BB962C8B-B14F-4D97-AF65-F5344CB8AC3E}">
        <p14:creationId xmlns:p14="http://schemas.microsoft.com/office/powerpoint/2010/main" val="4100854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If someone asks what </a:t>
            </a:r>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is in plain language, I would say this: it is a configurable platform for building digital services.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Instead of treating a website, a survey, a reminder workflow, and a mobile app as separate projects, </a:t>
            </a:r>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brings them together. Pages are assembled from reusable sections. Data is stored in a structured way. Workflows can react to what users do. The same content model can also be rendered for mobile.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That is important in a university environment because many projects do not fail on ideas. They fail because too many tools have to be stitched together. </a:t>
            </a:r>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reduces that fragmentation.</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And because it can be hosted under institutional control, it is suited to settings where governance and data protection matter.</a:t>
            </a:r>
          </a:p>
        </p:txBody>
      </p:sp>
      <p:sp>
        <p:nvSpPr>
          <p:cNvPr id="4" name="Footer Placeholder 3"/>
          <p:cNvSpPr>
            <a:spLocks noGrp="1"/>
          </p:cNvSpPr>
          <p:nvPr>
            <p:ph type="ftr" sz="quarter" idx="10"/>
          </p:nvPr>
        </p:nvSpPr>
        <p:spPr/>
        <p:txBody>
          <a:bodyPr/>
          <a:lstStyle/>
          <a:p>
            <a:endParaRPr lang="de-CH" dirty="0"/>
          </a:p>
        </p:txBody>
      </p:sp>
      <p:sp>
        <p:nvSpPr>
          <p:cNvPr id="5" name="Slide Number Placeholder 4"/>
          <p:cNvSpPr>
            <a:spLocks noGrp="1"/>
          </p:cNvSpPr>
          <p:nvPr>
            <p:ph type="sldNum" sz="quarter" idx="11"/>
          </p:nvPr>
        </p:nvSpPr>
        <p:spPr/>
        <p:txBody>
          <a:bodyPr/>
          <a:lstStyle/>
          <a:p>
            <a:fld id="{B2B24C57-7758-4EF8-8A0E-FE171C8C1817}" type="slidenum">
              <a:rPr lang="de-CH" smtClean="0"/>
              <a:t>3</a:t>
            </a:fld>
            <a:endParaRPr lang="de-CH" dirty="0"/>
          </a:p>
        </p:txBody>
      </p:sp>
    </p:spTree>
    <p:extLst>
      <p:ext uri="{BB962C8B-B14F-4D97-AF65-F5344CB8AC3E}">
        <p14:creationId xmlns:p14="http://schemas.microsoft.com/office/powerpoint/2010/main" val="24964283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I would connect this slide back to the audience first. We already showed </a:t>
            </a:r>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in this faculty setting in 2021, so this is not a completely new story. It is more a continuation. Some people in the room may remember the earlier version, and this slide helps show what changed since then.</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At the beginning, the message was quite simple: </a:t>
            </a:r>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helped us build self-help and research-oriented websites, host them ourselves, and adapt them without too much custom development.</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After that, the platform became much more operational. The page system became more modular, automation became more reliable, and mobile support became much more usable in practice.</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And in the current stage, a lot of the progress is in the foundation: better data structures, more systematic workflows, stronger permissions, two-factor authentication, and infrastructure for background processes and live updates. On top of that, we now have a real AI layer.</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So the main point of this slide is: the idea stayed the same, but the platform became much more mature and much more capable.</a:t>
            </a:r>
          </a:p>
        </p:txBody>
      </p:sp>
      <p:sp>
        <p:nvSpPr>
          <p:cNvPr id="4" name="Footer Placeholder 3"/>
          <p:cNvSpPr>
            <a:spLocks noGrp="1"/>
          </p:cNvSpPr>
          <p:nvPr>
            <p:ph type="ftr" sz="quarter" idx="10"/>
          </p:nvPr>
        </p:nvSpPr>
        <p:spPr/>
        <p:txBody>
          <a:bodyPr/>
          <a:lstStyle/>
          <a:p>
            <a:endParaRPr lang="de-CH" dirty="0"/>
          </a:p>
        </p:txBody>
      </p:sp>
      <p:sp>
        <p:nvSpPr>
          <p:cNvPr id="5" name="Slide Number Placeholder 4"/>
          <p:cNvSpPr>
            <a:spLocks noGrp="1"/>
          </p:cNvSpPr>
          <p:nvPr>
            <p:ph type="sldNum" sz="quarter" idx="11"/>
          </p:nvPr>
        </p:nvSpPr>
        <p:spPr/>
        <p:txBody>
          <a:bodyPr/>
          <a:lstStyle/>
          <a:p>
            <a:fld id="{B2B24C57-7758-4EF8-8A0E-FE171C8C1817}" type="slidenum">
              <a:rPr lang="de-CH" smtClean="0"/>
              <a:t>4</a:t>
            </a:fld>
            <a:endParaRPr lang="de-CH" dirty="0"/>
          </a:p>
        </p:txBody>
      </p:sp>
    </p:spTree>
    <p:extLst>
      <p:ext uri="{BB962C8B-B14F-4D97-AF65-F5344CB8AC3E}">
        <p14:creationId xmlns:p14="http://schemas.microsoft.com/office/powerpoint/2010/main" val="813772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This is the outcome slide. Here I would avoid technical detail and focus on what a team can actually build.</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 team can create a complete digital program: a landing page, onboarding, assessments, educational or intervention content, reminders, follow-up measures, and dashboards or review views. That can be done inside one environment instead of moving between disconnected systems.</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system is useful whenever a project needs structure over time. That includes research studies, guided learning, support programs, coaching flows, blended care models, or any process where users return repeatedly and the system needs to react to what happened before.</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key idea is simple: </a:t>
            </a:r>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supports ongoing journeys, not one-off interactions.</a:t>
            </a:r>
          </a:p>
        </p:txBody>
      </p:sp>
      <p:sp>
        <p:nvSpPr>
          <p:cNvPr id="4" name="Footer Placeholder 3"/>
          <p:cNvSpPr>
            <a:spLocks noGrp="1"/>
          </p:cNvSpPr>
          <p:nvPr>
            <p:ph type="ftr" sz="quarter" idx="10"/>
          </p:nvPr>
        </p:nvSpPr>
        <p:spPr/>
        <p:txBody>
          <a:bodyPr/>
          <a:lstStyle/>
          <a:p>
            <a:endParaRPr lang="de-CH" dirty="0"/>
          </a:p>
        </p:txBody>
      </p:sp>
      <p:sp>
        <p:nvSpPr>
          <p:cNvPr id="5" name="Slide Number Placeholder 4"/>
          <p:cNvSpPr>
            <a:spLocks noGrp="1"/>
          </p:cNvSpPr>
          <p:nvPr>
            <p:ph type="sldNum" sz="quarter" idx="11"/>
          </p:nvPr>
        </p:nvSpPr>
        <p:spPr/>
        <p:txBody>
          <a:bodyPr/>
          <a:lstStyle/>
          <a:p>
            <a:fld id="{B2B24C57-7758-4EF8-8A0E-FE171C8C1817}" type="slidenum">
              <a:rPr lang="de-CH" smtClean="0"/>
              <a:t>5</a:t>
            </a:fld>
            <a:endParaRPr lang="de-CH" dirty="0"/>
          </a:p>
        </p:txBody>
      </p:sp>
    </p:spTree>
    <p:extLst>
      <p:ext uri="{BB962C8B-B14F-4D97-AF65-F5344CB8AC3E}">
        <p14:creationId xmlns:p14="http://schemas.microsoft.com/office/powerpoint/2010/main" val="2924596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This slide is here to prepare the audience for the three main plugins we will look at next: </a:t>
            </a:r>
            <a:r>
              <a:rPr lang="en-US" sz="1200" b="0" kern="1200" dirty="0" err="1">
                <a:solidFill>
                  <a:schemeClr val="tx1"/>
                </a:solidFill>
                <a:effectLst/>
                <a:latin typeface="+mn-lt"/>
                <a:ea typeface="+mn-ea"/>
                <a:cs typeface="+mn-cs"/>
              </a:rPr>
              <a:t>SurveyJS</a:t>
            </a:r>
            <a:r>
              <a:rPr lang="en-US" sz="1200" b="0" kern="1200" dirty="0">
                <a:solidFill>
                  <a:schemeClr val="tx1"/>
                </a:solidFill>
                <a:effectLst/>
                <a:latin typeface="+mn-lt"/>
                <a:ea typeface="+mn-ea"/>
                <a:cs typeface="+mn-cs"/>
              </a:rPr>
              <a:t>, the general LLM plugin, and the LLM Therapy Chat plugin.</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Before going into those three, I want to show that they do not stand alone. They sit inside a larger platform architecture. There is an API layer that connects the web platform, the mobile app, and external services. There is external authentication support, which matters for institutional deployment. There are also plugins for Lab.js experiments, formula-based logic, R-based computation, video-linked workflows, and sensing data integration.</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sensing part is worth explaining clearly. Here </a:t>
            </a:r>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does not collect the raw wearable data itself. Another platform collects data from devices such as Garmin and similar sources, and </a:t>
            </a:r>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can pull that data in and use it in the wider workflow.</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That tells us something important about </a:t>
            </a:r>
            <a:r>
              <a:rPr lang="en-US" sz="1200" b="0" kern="1200" dirty="0" err="1">
                <a:solidFill>
                  <a:schemeClr val="tx1"/>
                </a:solidFill>
                <a:effectLst/>
                <a:latin typeface="+mn-lt"/>
                <a:ea typeface="+mn-ea"/>
                <a:cs typeface="+mn-cs"/>
              </a:rPr>
              <a:t>SelfHelp's</a:t>
            </a:r>
            <a:r>
              <a:rPr lang="en-US" sz="1200" b="0" kern="1200" dirty="0">
                <a:solidFill>
                  <a:schemeClr val="tx1"/>
                </a:solidFill>
                <a:effectLst/>
                <a:latin typeface="+mn-lt"/>
                <a:ea typeface="+mn-ea"/>
                <a:cs typeface="+mn-cs"/>
              </a:rPr>
              <a:t> identity. It was built to support real projects with different methods and different data sources, not just one standard survey or content format.</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I mention the most important supporting pieces around the three main plugins, I would highlight the API layer, external authentication, Lab.js, R integration, and sensing integration. They make the overall platform much stronger.</a:t>
            </a:r>
          </a:p>
        </p:txBody>
      </p:sp>
      <p:sp>
        <p:nvSpPr>
          <p:cNvPr id="4" name="Footer Placeholder 3"/>
          <p:cNvSpPr>
            <a:spLocks noGrp="1"/>
          </p:cNvSpPr>
          <p:nvPr>
            <p:ph type="ftr" sz="quarter" idx="4"/>
          </p:nvPr>
        </p:nvSpPr>
        <p:spPr/>
        <p:txBody>
          <a:bodyPr/>
          <a:lstStyle/>
          <a:p>
            <a:endParaRPr lang="de-CH" dirty="0"/>
          </a:p>
        </p:txBody>
      </p:sp>
      <p:sp>
        <p:nvSpPr>
          <p:cNvPr id="5" name="Slide Number Placeholder 4"/>
          <p:cNvSpPr>
            <a:spLocks noGrp="1"/>
          </p:cNvSpPr>
          <p:nvPr>
            <p:ph type="sldNum" sz="quarter" idx="5"/>
          </p:nvPr>
        </p:nvSpPr>
        <p:spPr/>
        <p:txBody>
          <a:bodyPr/>
          <a:lstStyle/>
          <a:p>
            <a:fld id="{B2B24C57-7758-4EF8-8A0E-FE171C8C1817}" type="slidenum">
              <a:rPr lang="de-CH" smtClean="0"/>
              <a:t>6</a:t>
            </a:fld>
            <a:endParaRPr lang="de-CH" dirty="0"/>
          </a:p>
        </p:txBody>
      </p:sp>
    </p:spTree>
    <p:extLst>
      <p:ext uri="{BB962C8B-B14F-4D97-AF65-F5344CB8AC3E}">
        <p14:creationId xmlns:p14="http://schemas.microsoft.com/office/powerpoint/2010/main" val="646632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7CBA1-831A-CFDE-04AC-289572E075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F9118-83F4-93DC-9A3B-2F9B5333FC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C88435-5FE5-822C-0FD5-EDDA51AF7FA2}"/>
              </a:ext>
            </a:extLst>
          </p:cNvPr>
          <p:cNvSpPr>
            <a:spLocks noGrp="1"/>
          </p:cNvSpPr>
          <p:nvPr>
            <p:ph type="body" idx="1"/>
          </p:nvPr>
        </p:nvSpPr>
        <p:spPr/>
        <p:txBody>
          <a:bodyPr/>
          <a:lstStyle/>
          <a:p>
            <a:r>
              <a:rPr lang="en-US" sz="1200" b="0" kern="1200" dirty="0" err="1">
                <a:solidFill>
                  <a:schemeClr val="tx1"/>
                </a:solidFill>
                <a:effectLst/>
                <a:latin typeface="+mn-lt"/>
                <a:ea typeface="+mn-ea"/>
                <a:cs typeface="+mn-cs"/>
              </a:rPr>
              <a:t>SurveyJS</a:t>
            </a:r>
            <a:r>
              <a:rPr lang="en-US" sz="1200" b="0" kern="1200" dirty="0">
                <a:solidFill>
                  <a:schemeClr val="tx1"/>
                </a:solidFill>
                <a:effectLst/>
                <a:latin typeface="+mn-lt"/>
                <a:ea typeface="+mn-ea"/>
                <a:cs typeface="+mn-cs"/>
              </a:rPr>
              <a:t> is one of the clearest examples of how </a:t>
            </a:r>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has moved beyond simple forms.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What matters here is not only that surveys can be built. It is that surveys become managed assets inside the platform. They can be versioned, scheduled, restricted, edited, and connected to dashboards. Response metadata such as timing and completion context is also available, which is valuable for both research quality and operational monitoring.</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richer input support is also worth mentioning. File upload and voice recording make the survey layer more flexible than a standard text-only questionnaire.</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So the message is: </a:t>
            </a:r>
            <a:r>
              <a:rPr lang="en-US" sz="1200" b="0" kern="1200" dirty="0" err="1">
                <a:solidFill>
                  <a:schemeClr val="tx1"/>
                </a:solidFill>
                <a:effectLst/>
                <a:latin typeface="+mn-lt"/>
                <a:ea typeface="+mn-ea"/>
                <a:cs typeface="+mn-cs"/>
              </a:rPr>
              <a:t>SurveyJS</a:t>
            </a:r>
            <a:r>
              <a:rPr lang="en-US" sz="1200" b="0" kern="1200" dirty="0">
                <a:solidFill>
                  <a:schemeClr val="tx1"/>
                </a:solidFill>
                <a:effectLst/>
                <a:latin typeface="+mn-lt"/>
                <a:ea typeface="+mn-ea"/>
                <a:cs typeface="+mn-cs"/>
              </a:rPr>
              <a:t> turns </a:t>
            </a:r>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into a serious structured assessment environment, while still keeping it connected to the rest of the platform logic.</a:t>
            </a:r>
          </a:p>
        </p:txBody>
      </p:sp>
      <p:sp>
        <p:nvSpPr>
          <p:cNvPr id="4" name="Footer Placeholder 3">
            <a:extLst>
              <a:ext uri="{FF2B5EF4-FFF2-40B4-BE49-F238E27FC236}">
                <a16:creationId xmlns:a16="http://schemas.microsoft.com/office/drawing/2014/main" id="{C70A3980-4F96-680C-AB91-1DAD1C07773C}"/>
              </a:ext>
            </a:extLst>
          </p:cNvPr>
          <p:cNvSpPr>
            <a:spLocks noGrp="1"/>
          </p:cNvSpPr>
          <p:nvPr>
            <p:ph type="ftr" sz="quarter" idx="4"/>
          </p:nvPr>
        </p:nvSpPr>
        <p:spPr/>
        <p:txBody>
          <a:bodyPr/>
          <a:lstStyle/>
          <a:p>
            <a:endParaRPr lang="de-CH" dirty="0"/>
          </a:p>
        </p:txBody>
      </p:sp>
      <p:sp>
        <p:nvSpPr>
          <p:cNvPr id="5" name="Slide Number Placeholder 4">
            <a:extLst>
              <a:ext uri="{FF2B5EF4-FFF2-40B4-BE49-F238E27FC236}">
                <a16:creationId xmlns:a16="http://schemas.microsoft.com/office/drawing/2014/main" id="{BE7BE6C5-363F-C146-4BBD-10E1C58BA282}"/>
              </a:ext>
            </a:extLst>
          </p:cNvPr>
          <p:cNvSpPr>
            <a:spLocks noGrp="1"/>
          </p:cNvSpPr>
          <p:nvPr>
            <p:ph type="sldNum" sz="quarter" idx="5"/>
          </p:nvPr>
        </p:nvSpPr>
        <p:spPr/>
        <p:txBody>
          <a:bodyPr/>
          <a:lstStyle/>
          <a:p>
            <a:fld id="{B2B24C57-7758-4EF8-8A0E-FE171C8C1817}" type="slidenum">
              <a:rPr lang="de-CH" smtClean="0"/>
              <a:t>7</a:t>
            </a:fld>
            <a:endParaRPr lang="de-CH" dirty="0"/>
          </a:p>
        </p:txBody>
      </p:sp>
    </p:spTree>
    <p:extLst>
      <p:ext uri="{BB962C8B-B14F-4D97-AF65-F5344CB8AC3E}">
        <p14:creationId xmlns:p14="http://schemas.microsoft.com/office/powerpoint/2010/main" val="1843894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3C98D-832D-24EF-F439-94AE50ABF0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399972-DC92-1E79-013B-C6FBE5978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443FE-D302-E791-982C-914EB22C0EEB}"/>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I would present this as an AI layer for controlled use, not as a chatbot novelty.</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LLM plugin allows us to place a purpose-built assistant inside any page. That assistant can be narrow or broad depending on the prompt context. It can work with uploaded material, image-capable models, and voice input. And importantly, it can produce either conversational answers or structured outputs that the rest of the platform can use.</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What makes this more serious than a generic chat widget is everything around it. There are reusable prompt scripts, background execution patterns, an admin view over conversations, and a prompt lab for evaluating prompt versions against datasets and replay cases.</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That last part is especially strong in an academic environment. It means AI behavior can be reviewed, tested, and improved in a more disciplined way before it is exposed in a real program.</a:t>
            </a:r>
          </a:p>
        </p:txBody>
      </p:sp>
      <p:sp>
        <p:nvSpPr>
          <p:cNvPr id="4" name="Footer Placeholder 3">
            <a:extLst>
              <a:ext uri="{FF2B5EF4-FFF2-40B4-BE49-F238E27FC236}">
                <a16:creationId xmlns:a16="http://schemas.microsoft.com/office/drawing/2014/main" id="{4B0D54A2-C99D-0259-553D-67D9BD8FC377}"/>
              </a:ext>
            </a:extLst>
          </p:cNvPr>
          <p:cNvSpPr>
            <a:spLocks noGrp="1"/>
          </p:cNvSpPr>
          <p:nvPr>
            <p:ph type="ftr" sz="quarter" idx="4"/>
          </p:nvPr>
        </p:nvSpPr>
        <p:spPr/>
        <p:txBody>
          <a:bodyPr/>
          <a:lstStyle/>
          <a:p>
            <a:endParaRPr lang="de-CH" dirty="0"/>
          </a:p>
        </p:txBody>
      </p:sp>
      <p:sp>
        <p:nvSpPr>
          <p:cNvPr id="5" name="Slide Number Placeholder 4">
            <a:extLst>
              <a:ext uri="{FF2B5EF4-FFF2-40B4-BE49-F238E27FC236}">
                <a16:creationId xmlns:a16="http://schemas.microsoft.com/office/drawing/2014/main" id="{2B7CAFEF-2430-8E76-3B97-DF23FF4EBF0B}"/>
              </a:ext>
            </a:extLst>
          </p:cNvPr>
          <p:cNvSpPr>
            <a:spLocks noGrp="1"/>
          </p:cNvSpPr>
          <p:nvPr>
            <p:ph type="sldNum" sz="quarter" idx="5"/>
          </p:nvPr>
        </p:nvSpPr>
        <p:spPr/>
        <p:txBody>
          <a:bodyPr/>
          <a:lstStyle/>
          <a:p>
            <a:fld id="{B2B24C57-7758-4EF8-8A0E-FE171C8C1817}" type="slidenum">
              <a:rPr lang="de-CH" smtClean="0"/>
              <a:t>8</a:t>
            </a:fld>
            <a:endParaRPr lang="de-CH" dirty="0"/>
          </a:p>
        </p:txBody>
      </p:sp>
    </p:spTree>
    <p:extLst>
      <p:ext uri="{BB962C8B-B14F-4D97-AF65-F5344CB8AC3E}">
        <p14:creationId xmlns:p14="http://schemas.microsoft.com/office/powerpoint/2010/main" val="18825336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4BDAA-FF18-F086-060A-365FE14AB6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3F5D5-0117-CAE1-D7A9-A1035F3159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FDA8EB-9C5D-D052-4D80-D6B286FA67B0}"/>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This is probably the most distinctive plugin in the current platform.</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important point is that it is not trying to replace human support. It is building a supervised interaction model. A user can interact with AI, but therapists remain present through a dedicated dashboard. They can review the conversation, intervene, send their own messages, create notes, generate drafts, and manage risk status.</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escalation model is central. The system supports moving from AI-supported interaction to direct human handling. And when safety signals are triggered, the conversation can be switched into human-only mode.</a:t>
            </a:r>
          </a:p>
          <a:p>
            <a:r>
              <a:rPr lang="en-US" sz="1200" b="0" kern="1200" dirty="0">
                <a:solidFill>
                  <a:schemeClr val="tx1"/>
                </a:solidFill>
                <a:effectLst/>
                <a:latin typeface="+mn-lt"/>
                <a:ea typeface="+mn-ea"/>
                <a:cs typeface="+mn-cs"/>
              </a:rPr>
              <a:t>But it is also important to say that this plugin does not have to run as AI chat. It can also run in a human-only setup. That means we can configure different groups or different study conditions and compare, for example, AI-supported interaction versus purely human interaction.</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That is why this plugin is so valuable conceptually. It is flexible enough for service delivery, but also very interesting for research design, because it allows different communication models inside the same framework while keeping therapist oversight and responsibility in place.</a:t>
            </a:r>
          </a:p>
        </p:txBody>
      </p:sp>
      <p:sp>
        <p:nvSpPr>
          <p:cNvPr id="4" name="Footer Placeholder 3">
            <a:extLst>
              <a:ext uri="{FF2B5EF4-FFF2-40B4-BE49-F238E27FC236}">
                <a16:creationId xmlns:a16="http://schemas.microsoft.com/office/drawing/2014/main" id="{4CE6DB36-8F8E-DF72-82DE-BEC4FF496E44}"/>
              </a:ext>
            </a:extLst>
          </p:cNvPr>
          <p:cNvSpPr>
            <a:spLocks noGrp="1"/>
          </p:cNvSpPr>
          <p:nvPr>
            <p:ph type="ftr" sz="quarter" idx="4"/>
          </p:nvPr>
        </p:nvSpPr>
        <p:spPr/>
        <p:txBody>
          <a:bodyPr/>
          <a:lstStyle/>
          <a:p>
            <a:endParaRPr lang="de-CH" dirty="0"/>
          </a:p>
        </p:txBody>
      </p:sp>
      <p:sp>
        <p:nvSpPr>
          <p:cNvPr id="5" name="Slide Number Placeholder 4">
            <a:extLst>
              <a:ext uri="{FF2B5EF4-FFF2-40B4-BE49-F238E27FC236}">
                <a16:creationId xmlns:a16="http://schemas.microsoft.com/office/drawing/2014/main" id="{ECFA9E6B-8304-7FC3-541A-4F090D538FD5}"/>
              </a:ext>
            </a:extLst>
          </p:cNvPr>
          <p:cNvSpPr>
            <a:spLocks noGrp="1"/>
          </p:cNvSpPr>
          <p:nvPr>
            <p:ph type="sldNum" sz="quarter" idx="5"/>
          </p:nvPr>
        </p:nvSpPr>
        <p:spPr/>
        <p:txBody>
          <a:bodyPr/>
          <a:lstStyle/>
          <a:p>
            <a:fld id="{B2B24C57-7758-4EF8-8A0E-FE171C8C1817}" type="slidenum">
              <a:rPr lang="de-CH" smtClean="0"/>
              <a:t>9</a:t>
            </a:fld>
            <a:endParaRPr lang="de-CH" dirty="0"/>
          </a:p>
        </p:txBody>
      </p:sp>
    </p:spTree>
    <p:extLst>
      <p:ext uri="{BB962C8B-B14F-4D97-AF65-F5344CB8AC3E}">
        <p14:creationId xmlns:p14="http://schemas.microsoft.com/office/powerpoint/2010/main" val="728025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CECEC-D942-F521-BBF1-2976C55A41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3ECC2-0E33-62C2-BE01-1B33EAFCC7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7717BD-A01B-82D9-BB29-F4FCE2A9B667}"/>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The mobile app is important because many digital programs only become useful when they leave the desktop.</a:t>
            </a:r>
          </a:p>
          <a:p>
            <a:endParaRPr lang="en-US" sz="1200" b="0" kern="1200" dirty="0">
              <a:solidFill>
                <a:schemeClr val="tx1"/>
              </a:solidFill>
              <a:effectLst/>
              <a:latin typeface="+mn-lt"/>
              <a:ea typeface="+mn-ea"/>
              <a:cs typeface="+mn-cs"/>
            </a:endParaRPr>
          </a:p>
          <a:p>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already has a mobile frontend that works with the same platform logic. Surveys, AI chat, therapy chat, notifications, camera-based input, and microphone-based input are already part of that picture.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That matters because repeated interaction often happens in the middle of daily life. A system that can only be used from a desktop browser is much more limited. The mobile app makes check-ins, reflections, uploads, and conversations easier and more natural.</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So the platform is not just able to publish content. It can stay present where real use actually happens.</a:t>
            </a:r>
          </a:p>
        </p:txBody>
      </p:sp>
      <p:sp>
        <p:nvSpPr>
          <p:cNvPr id="4" name="Footer Placeholder 3">
            <a:extLst>
              <a:ext uri="{FF2B5EF4-FFF2-40B4-BE49-F238E27FC236}">
                <a16:creationId xmlns:a16="http://schemas.microsoft.com/office/drawing/2014/main" id="{A8CD1FA4-A708-A3ED-6E03-23CF5E859E51}"/>
              </a:ext>
            </a:extLst>
          </p:cNvPr>
          <p:cNvSpPr>
            <a:spLocks noGrp="1"/>
          </p:cNvSpPr>
          <p:nvPr>
            <p:ph type="ftr" sz="quarter" idx="4"/>
          </p:nvPr>
        </p:nvSpPr>
        <p:spPr/>
        <p:txBody>
          <a:bodyPr/>
          <a:lstStyle/>
          <a:p>
            <a:endParaRPr lang="de-CH" dirty="0"/>
          </a:p>
        </p:txBody>
      </p:sp>
      <p:sp>
        <p:nvSpPr>
          <p:cNvPr id="5" name="Slide Number Placeholder 4">
            <a:extLst>
              <a:ext uri="{FF2B5EF4-FFF2-40B4-BE49-F238E27FC236}">
                <a16:creationId xmlns:a16="http://schemas.microsoft.com/office/drawing/2014/main" id="{1DA2781B-3470-3A81-4F37-63F382895456}"/>
              </a:ext>
            </a:extLst>
          </p:cNvPr>
          <p:cNvSpPr>
            <a:spLocks noGrp="1"/>
          </p:cNvSpPr>
          <p:nvPr>
            <p:ph type="sldNum" sz="quarter" idx="5"/>
          </p:nvPr>
        </p:nvSpPr>
        <p:spPr/>
        <p:txBody>
          <a:bodyPr/>
          <a:lstStyle/>
          <a:p>
            <a:fld id="{B2B24C57-7758-4EF8-8A0E-FE171C8C1817}" type="slidenum">
              <a:rPr lang="de-CH" smtClean="0"/>
              <a:t>10</a:t>
            </a:fld>
            <a:endParaRPr lang="de-CH" dirty="0"/>
          </a:p>
        </p:txBody>
      </p:sp>
    </p:spTree>
    <p:extLst>
      <p:ext uri="{BB962C8B-B14F-4D97-AF65-F5344CB8AC3E}">
        <p14:creationId xmlns:p14="http://schemas.microsoft.com/office/powerpoint/2010/main" val="21185677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08907-36D6-514D-8284-62C7B12BC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21DB7-7248-18A2-70B0-CD8D8B2477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5CFCB7-75F1-C78B-6C21-EC7D0099677D}"/>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I would present this carefully and fairly. There is no need to pretend that </a:t>
            </a:r>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replaces every other system in every scenario.</a:t>
            </a:r>
          </a:p>
          <a:p>
            <a:endParaRPr lang="en-US" sz="1200" b="0" kern="1200" dirty="0">
              <a:solidFill>
                <a:schemeClr val="tx1"/>
              </a:solidFill>
              <a:effectLst/>
              <a:latin typeface="+mn-lt"/>
              <a:ea typeface="+mn-ea"/>
              <a:cs typeface="+mn-cs"/>
            </a:endParaRPr>
          </a:p>
          <a:p>
            <a:r>
              <a:rPr lang="en-US" sz="1200" b="0" kern="1200" dirty="0" err="1">
                <a:solidFill>
                  <a:schemeClr val="tx1"/>
                </a:solidFill>
                <a:effectLst/>
                <a:latin typeface="+mn-lt"/>
                <a:ea typeface="+mn-ea"/>
                <a:cs typeface="+mn-cs"/>
              </a:rPr>
              <a:t>LimeSurvey</a:t>
            </a:r>
            <a:r>
              <a:rPr lang="en-US" sz="1200" b="0" kern="1200" dirty="0">
                <a:solidFill>
                  <a:schemeClr val="tx1"/>
                </a:solidFill>
                <a:effectLst/>
                <a:latin typeface="+mn-lt"/>
                <a:ea typeface="+mn-ea"/>
                <a:cs typeface="+mn-cs"/>
              </a:rPr>
              <a:t> is a very strong open and self-hosted survey platform. If the only goal is questionnaire administration, it is a serious option. JATOS and </a:t>
            </a:r>
            <a:r>
              <a:rPr lang="en-US" sz="1200" b="0" kern="1200" dirty="0" err="1">
                <a:solidFill>
                  <a:schemeClr val="tx1"/>
                </a:solidFill>
                <a:effectLst/>
                <a:latin typeface="+mn-lt"/>
                <a:ea typeface="+mn-ea"/>
                <a:cs typeface="+mn-cs"/>
              </a:rPr>
              <a:t>Formr</a:t>
            </a:r>
            <a:r>
              <a:rPr lang="en-US" sz="1200" b="0" kern="1200" dirty="0">
                <a:solidFill>
                  <a:schemeClr val="tx1"/>
                </a:solidFill>
                <a:effectLst/>
                <a:latin typeface="+mn-lt"/>
                <a:ea typeface="+mn-ea"/>
                <a:cs typeface="+mn-cs"/>
              </a:rPr>
              <a:t> are also very relevant for online studies, especially for experiment delivery and longitudinal research logic. Moodle is well established for digital learning delivery.</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But </a:t>
            </a:r>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is solving a different problem. It is trying to unify several layers that are often split apart: content delivery, structured data collection, conditional logic, automation, mobile use, permissions, and now AI-supported interaction. That makes it closer to a digital program platform than to a single-category tool.</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So I would not say "</a:t>
            </a:r>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is universally better." I would say: when an institution wants one locally controlled platform for digital programs that combine content, interaction, data, workflows, and AI, </a:t>
            </a:r>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has a stronger overall fit than stitching together separate products.</a:t>
            </a:r>
          </a:p>
        </p:txBody>
      </p:sp>
      <p:sp>
        <p:nvSpPr>
          <p:cNvPr id="4" name="Footer Placeholder 3">
            <a:extLst>
              <a:ext uri="{FF2B5EF4-FFF2-40B4-BE49-F238E27FC236}">
                <a16:creationId xmlns:a16="http://schemas.microsoft.com/office/drawing/2014/main" id="{EBB35797-6EF1-F425-F518-CC48850AA690}"/>
              </a:ext>
            </a:extLst>
          </p:cNvPr>
          <p:cNvSpPr>
            <a:spLocks noGrp="1"/>
          </p:cNvSpPr>
          <p:nvPr>
            <p:ph type="ftr" sz="quarter" idx="4"/>
          </p:nvPr>
        </p:nvSpPr>
        <p:spPr/>
        <p:txBody>
          <a:bodyPr/>
          <a:lstStyle/>
          <a:p>
            <a:endParaRPr lang="de-CH" dirty="0"/>
          </a:p>
        </p:txBody>
      </p:sp>
      <p:sp>
        <p:nvSpPr>
          <p:cNvPr id="5" name="Slide Number Placeholder 4">
            <a:extLst>
              <a:ext uri="{FF2B5EF4-FFF2-40B4-BE49-F238E27FC236}">
                <a16:creationId xmlns:a16="http://schemas.microsoft.com/office/drawing/2014/main" id="{16BF80B4-1193-7167-23FC-61D307C1ACEF}"/>
              </a:ext>
            </a:extLst>
          </p:cNvPr>
          <p:cNvSpPr>
            <a:spLocks noGrp="1"/>
          </p:cNvSpPr>
          <p:nvPr>
            <p:ph type="sldNum" sz="quarter" idx="5"/>
          </p:nvPr>
        </p:nvSpPr>
        <p:spPr/>
        <p:txBody>
          <a:bodyPr/>
          <a:lstStyle/>
          <a:p>
            <a:fld id="{B2B24C57-7758-4EF8-8A0E-FE171C8C1817}" type="slidenum">
              <a:rPr lang="de-CH" smtClean="0"/>
              <a:t>11</a:t>
            </a:fld>
            <a:endParaRPr lang="de-CH" dirty="0"/>
          </a:p>
        </p:txBody>
      </p:sp>
    </p:spTree>
    <p:extLst>
      <p:ext uri="{BB962C8B-B14F-4D97-AF65-F5344CB8AC3E}">
        <p14:creationId xmlns:p14="http://schemas.microsoft.com/office/powerpoint/2010/main" val="12601477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A2254-F6D6-6B62-15DA-86527737E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F6D4A-4546-2526-1F82-A005BDDC1E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124DBB-6A5F-38C0-CA22-A658AD138323}"/>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This slide should be framed as roadmap, not as a finished release.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important point is why a new version matters. The redesign is not only about modern technology. It is about making the platform's content model cleaner and more explicit. When pages, sections, and fields are represented through stable APIs and schemas, the whole system becomes easier to maintain, easier to extend, and easier to validate.</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That also unlocks the next major step: LLM-assisted content building. The idea is that an AI request could eventually return structured page context or page JSON, which the platform can then use in a controlled way. That is much more powerful than asking an LLM for plain text. It means AI could help generate actual platform content in the language the system understands.</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That part is not finished yet, and I would say that clearly. But it is one of the strongest reasons the redesign is strategically important.</a:t>
            </a:r>
          </a:p>
        </p:txBody>
      </p:sp>
      <p:sp>
        <p:nvSpPr>
          <p:cNvPr id="4" name="Footer Placeholder 3">
            <a:extLst>
              <a:ext uri="{FF2B5EF4-FFF2-40B4-BE49-F238E27FC236}">
                <a16:creationId xmlns:a16="http://schemas.microsoft.com/office/drawing/2014/main" id="{76E584C6-0724-DCD7-9484-88CE6BC75B42}"/>
              </a:ext>
            </a:extLst>
          </p:cNvPr>
          <p:cNvSpPr>
            <a:spLocks noGrp="1"/>
          </p:cNvSpPr>
          <p:nvPr>
            <p:ph type="ftr" sz="quarter" idx="4"/>
          </p:nvPr>
        </p:nvSpPr>
        <p:spPr/>
        <p:txBody>
          <a:bodyPr/>
          <a:lstStyle/>
          <a:p>
            <a:endParaRPr lang="de-CH" dirty="0"/>
          </a:p>
        </p:txBody>
      </p:sp>
      <p:sp>
        <p:nvSpPr>
          <p:cNvPr id="5" name="Slide Number Placeholder 4">
            <a:extLst>
              <a:ext uri="{FF2B5EF4-FFF2-40B4-BE49-F238E27FC236}">
                <a16:creationId xmlns:a16="http://schemas.microsoft.com/office/drawing/2014/main" id="{7CB86B11-0488-D6D2-4E88-FC97B352E060}"/>
              </a:ext>
            </a:extLst>
          </p:cNvPr>
          <p:cNvSpPr>
            <a:spLocks noGrp="1"/>
          </p:cNvSpPr>
          <p:nvPr>
            <p:ph type="sldNum" sz="quarter" idx="5"/>
          </p:nvPr>
        </p:nvSpPr>
        <p:spPr/>
        <p:txBody>
          <a:bodyPr/>
          <a:lstStyle/>
          <a:p>
            <a:fld id="{B2B24C57-7758-4EF8-8A0E-FE171C8C1817}" type="slidenum">
              <a:rPr lang="de-CH" smtClean="0"/>
              <a:t>12</a:t>
            </a:fld>
            <a:endParaRPr lang="de-CH" dirty="0"/>
          </a:p>
        </p:txBody>
      </p:sp>
    </p:spTree>
    <p:extLst>
      <p:ext uri="{BB962C8B-B14F-4D97-AF65-F5344CB8AC3E}">
        <p14:creationId xmlns:p14="http://schemas.microsoft.com/office/powerpoint/2010/main" val="38819415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33046-5807-71EE-480F-0CEE14AA41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06B0E3-0773-5079-5F41-7BCC82BD48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F3E4AF-D691-7BCD-8C93-32DA2F695320}"/>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I would close with a calm and confident summary.</a:t>
            </a:r>
          </a:p>
          <a:p>
            <a:endParaRPr lang="en-US" sz="1200" b="0" kern="1200" dirty="0">
              <a:solidFill>
                <a:schemeClr val="tx1"/>
              </a:solidFill>
              <a:effectLst/>
              <a:latin typeface="+mn-lt"/>
              <a:ea typeface="+mn-ea"/>
              <a:cs typeface="+mn-cs"/>
            </a:endParaRPr>
          </a:p>
          <a:p>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is valuable because it already connects pieces that are usually scattered. It gives us one platform where content, assessments, workflows, mobile interaction, and AI can be part of the same program.</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second point is that the platform is moving in the right direction. The current system is already capable. The next version is about making that capability easier to scale, easier to maintain, and easier to create with.</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If I had to end with one line, I would say this: </a:t>
            </a:r>
            <a:r>
              <a:rPr lang="en-US" sz="1200" b="0" kern="1200" dirty="0" err="1">
                <a:solidFill>
                  <a:schemeClr val="tx1"/>
                </a:solidFill>
                <a:effectLst/>
                <a:latin typeface="+mn-lt"/>
                <a:ea typeface="+mn-ea"/>
                <a:cs typeface="+mn-cs"/>
              </a:rPr>
              <a:t>SelfHelp</a:t>
            </a:r>
            <a:r>
              <a:rPr lang="en-US" sz="1200" b="0" kern="1200" dirty="0">
                <a:solidFill>
                  <a:schemeClr val="tx1"/>
                </a:solidFill>
                <a:effectLst/>
                <a:latin typeface="+mn-lt"/>
                <a:ea typeface="+mn-ea"/>
                <a:cs typeface="+mn-cs"/>
              </a:rPr>
              <a:t> is becoming a serious institutional foundation for digital programs, not just a collection of digital tools.</a:t>
            </a:r>
          </a:p>
        </p:txBody>
      </p:sp>
      <p:sp>
        <p:nvSpPr>
          <p:cNvPr id="4" name="Footer Placeholder 3">
            <a:extLst>
              <a:ext uri="{FF2B5EF4-FFF2-40B4-BE49-F238E27FC236}">
                <a16:creationId xmlns:a16="http://schemas.microsoft.com/office/drawing/2014/main" id="{918005B3-024A-B206-9F9A-6EC17209D951}"/>
              </a:ext>
            </a:extLst>
          </p:cNvPr>
          <p:cNvSpPr>
            <a:spLocks noGrp="1"/>
          </p:cNvSpPr>
          <p:nvPr>
            <p:ph type="ftr" sz="quarter" idx="4"/>
          </p:nvPr>
        </p:nvSpPr>
        <p:spPr/>
        <p:txBody>
          <a:bodyPr/>
          <a:lstStyle/>
          <a:p>
            <a:endParaRPr lang="de-CH" dirty="0"/>
          </a:p>
        </p:txBody>
      </p:sp>
      <p:sp>
        <p:nvSpPr>
          <p:cNvPr id="5" name="Slide Number Placeholder 4">
            <a:extLst>
              <a:ext uri="{FF2B5EF4-FFF2-40B4-BE49-F238E27FC236}">
                <a16:creationId xmlns:a16="http://schemas.microsoft.com/office/drawing/2014/main" id="{636A39CA-5595-C1FE-30C9-F10A44D3E77E}"/>
              </a:ext>
            </a:extLst>
          </p:cNvPr>
          <p:cNvSpPr>
            <a:spLocks noGrp="1"/>
          </p:cNvSpPr>
          <p:nvPr>
            <p:ph type="sldNum" sz="quarter" idx="5"/>
          </p:nvPr>
        </p:nvSpPr>
        <p:spPr/>
        <p:txBody>
          <a:bodyPr/>
          <a:lstStyle/>
          <a:p>
            <a:fld id="{B2B24C57-7758-4EF8-8A0E-FE171C8C1817}" type="slidenum">
              <a:rPr lang="de-CH" smtClean="0"/>
              <a:t>13</a:t>
            </a:fld>
            <a:endParaRPr lang="de-CH" dirty="0"/>
          </a:p>
        </p:txBody>
      </p:sp>
    </p:spTree>
    <p:extLst>
      <p:ext uri="{BB962C8B-B14F-4D97-AF65-F5344CB8AC3E}">
        <p14:creationId xmlns:p14="http://schemas.microsoft.com/office/powerpoint/2010/main" val="16309638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Footer Placeholder 3"/>
          <p:cNvSpPr>
            <a:spLocks noGrp="1"/>
          </p:cNvSpPr>
          <p:nvPr>
            <p:ph type="ftr" sz="quarter" idx="4"/>
          </p:nvPr>
        </p:nvSpPr>
        <p:spPr/>
        <p:txBody>
          <a:bodyPr/>
          <a:lstStyle/>
          <a:p>
            <a:endParaRPr lang="de-CH" dirty="0"/>
          </a:p>
        </p:txBody>
      </p:sp>
      <p:sp>
        <p:nvSpPr>
          <p:cNvPr id="5" name="Slide Number Placeholder 4"/>
          <p:cNvSpPr>
            <a:spLocks noGrp="1"/>
          </p:cNvSpPr>
          <p:nvPr>
            <p:ph type="sldNum" sz="quarter" idx="5"/>
          </p:nvPr>
        </p:nvSpPr>
        <p:spPr/>
        <p:txBody>
          <a:bodyPr/>
          <a:lstStyle/>
          <a:p>
            <a:fld id="{B2B24C57-7758-4EF8-8A0E-FE171C8C1817}" type="slidenum">
              <a:rPr lang="de-CH" smtClean="0"/>
              <a:t>15</a:t>
            </a:fld>
            <a:endParaRPr lang="de-CH" dirty="0"/>
          </a:p>
        </p:txBody>
      </p:sp>
    </p:spTree>
    <p:extLst>
      <p:ext uri="{BB962C8B-B14F-4D97-AF65-F5344CB8AC3E}">
        <p14:creationId xmlns:p14="http://schemas.microsoft.com/office/powerpoint/2010/main" val="1219076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slideMaster" Target="../slideMasters/slideMaster6.xml"/><Relationship Id="rId4" Type="http://schemas.openxmlformats.org/officeDocument/2006/relationships/tags" Target="../tags/tag15.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6.xml"/><Relationship Id="rId3" Type="http://schemas.openxmlformats.org/officeDocument/2006/relationships/tags" Target="../tags/tag21.xml"/><Relationship Id="rId7" Type="http://schemas.openxmlformats.org/officeDocument/2006/relationships/tags" Target="../tags/tag25.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5" Type="http://schemas.openxmlformats.org/officeDocument/2006/relationships/tags" Target="../tags/tag23.xml"/><Relationship Id="rId10" Type="http://schemas.openxmlformats.org/officeDocument/2006/relationships/image" Target="../media/image3.jpeg"/><Relationship Id="rId4" Type="http://schemas.openxmlformats.org/officeDocument/2006/relationships/tags" Target="../tags/tag22.xml"/><Relationship Id="rId9" Type="http://schemas.openxmlformats.org/officeDocument/2006/relationships/image" Target="../media/image2.jpeg"/></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4.jpeg"/><Relationship Id="rId4" Type="http://schemas.openxmlformats.org/officeDocument/2006/relationships/slideMaster" Target="../slideMasters/slideMaster7.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tags" Target="../tags/tag33.xml"/><Relationship Id="rId7" Type="http://schemas.openxmlformats.org/officeDocument/2006/relationships/image" Target="../media/image6.sv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5.png"/><Relationship Id="rId5" Type="http://schemas.openxmlformats.org/officeDocument/2006/relationships/slideMaster" Target="../slideMasters/slideMaster7.xml"/><Relationship Id="rId4" Type="http://schemas.openxmlformats.org/officeDocument/2006/relationships/tags" Target="../tags/tag34.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7.xml"/><Relationship Id="rId7" Type="http://schemas.openxmlformats.org/officeDocument/2006/relationships/image" Target="../media/image4.jpe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slideMaster" Target="../slideMasters/slideMaster7.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45.xml"/><Relationship Id="rId13" Type="http://schemas.openxmlformats.org/officeDocument/2006/relationships/slideMaster" Target="../slideMasters/slideMaster7.xml"/><Relationship Id="rId3" Type="http://schemas.openxmlformats.org/officeDocument/2006/relationships/tags" Target="../tags/tag40.xml"/><Relationship Id="rId7" Type="http://schemas.openxmlformats.org/officeDocument/2006/relationships/tags" Target="../tags/tag44.xml"/><Relationship Id="rId12" Type="http://schemas.openxmlformats.org/officeDocument/2006/relationships/tags" Target="../tags/tag49.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tags" Target="../tags/tag48.xml"/><Relationship Id="rId5" Type="http://schemas.openxmlformats.org/officeDocument/2006/relationships/tags" Target="../tags/tag42.xml"/><Relationship Id="rId10" Type="http://schemas.openxmlformats.org/officeDocument/2006/relationships/tags" Target="../tags/tag47.xml"/><Relationship Id="rId4" Type="http://schemas.openxmlformats.org/officeDocument/2006/relationships/tags" Target="../tags/tag41.xml"/><Relationship Id="rId9" Type="http://schemas.openxmlformats.org/officeDocument/2006/relationships/tags" Target="../tags/tag46.xml"/><Relationship Id="rId14" Type="http://schemas.openxmlformats.org/officeDocument/2006/relationships/image" Target="../media/image4.jpeg"/></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4.jpeg"/><Relationship Id="rId5" Type="http://schemas.openxmlformats.org/officeDocument/2006/relationships/slideMaster" Target="../slideMasters/slideMaster7.xml"/><Relationship Id="rId4" Type="http://schemas.openxmlformats.org/officeDocument/2006/relationships/tags" Target="../tags/tag53.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tags" Target="../tags/tag56.xml"/><Relationship Id="rId7" Type="http://schemas.openxmlformats.org/officeDocument/2006/relationships/image" Target="../media/image6.svg"/><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image" Target="../media/image5.png"/><Relationship Id="rId5" Type="http://schemas.openxmlformats.org/officeDocument/2006/relationships/slideMaster" Target="../slideMasters/slideMaster7.xml"/><Relationship Id="rId4" Type="http://schemas.openxmlformats.org/officeDocument/2006/relationships/tags" Target="../tags/tag57.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4.jpeg"/><Relationship Id="rId5" Type="http://schemas.openxmlformats.org/officeDocument/2006/relationships/slideMaster" Target="../slideMasters/slideMaster7.xml"/><Relationship Id="rId4" Type="http://schemas.openxmlformats.org/officeDocument/2006/relationships/tags" Target="../tags/tag61.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64.xml"/><Relationship Id="rId7" Type="http://schemas.openxmlformats.org/officeDocument/2006/relationships/image" Target="../media/image4.jpe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 Titel-Folie mit Bi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8F220F-AF24-8D49-BCE6-4B7754B66C9B}"/>
              </a:ext>
            </a:extLst>
          </p:cNvPr>
          <p:cNvSpPr>
            <a:spLocks noGrp="1"/>
          </p:cNvSpPr>
          <p:nvPr>
            <p:ph type="title" hasCustomPrompt="1"/>
          </p:nvPr>
        </p:nvSpPr>
        <p:spPr>
          <a:xfrm>
            <a:off x="540000" y="187200"/>
            <a:ext cx="7020000" cy="410369"/>
          </a:xfrm>
        </p:spPr>
        <p:txBody>
          <a:bodyPr anchor="b" anchorCtr="0"/>
          <a:lstStyle>
            <a:lvl1pPr>
              <a:defRPr>
                <a:solidFill>
                  <a:srgbClr val="E6002E"/>
                </a:solidFill>
              </a:defRPr>
            </a:lvl1pPr>
          </a:lstStyle>
          <a:p>
            <a:r>
              <a:rPr lang="de-DE" dirty="0"/>
              <a:t>Titel A (Arial 28pt., rot, max. 1 Zeile) </a:t>
            </a:r>
          </a:p>
        </p:txBody>
      </p:sp>
      <p:sp>
        <p:nvSpPr>
          <p:cNvPr id="3" name="Textplatzhalter 2">
            <a:extLst>
              <a:ext uri="{FF2B5EF4-FFF2-40B4-BE49-F238E27FC236}">
                <a16:creationId xmlns:a16="http://schemas.microsoft.com/office/drawing/2014/main" id="{1659C5DC-671B-6A4E-BD0B-CCB6129F84B8}"/>
              </a:ext>
            </a:extLst>
          </p:cNvPr>
          <p:cNvSpPr>
            <a:spLocks noGrp="1"/>
          </p:cNvSpPr>
          <p:nvPr>
            <p:ph type="body" idx="10" hasCustomPrompt="1"/>
          </p:nvPr>
        </p:nvSpPr>
        <p:spPr>
          <a:xfrm>
            <a:off x="540000" y="1306722"/>
            <a:ext cx="7020000" cy="180000"/>
          </a:xfrm>
          <a:prstGeom prst="rect">
            <a:avLst/>
          </a:prstGeom>
        </p:spPr>
        <p:txBody>
          <a:bodyPr lIns="0" tIns="0" rIns="0" bIns="0" anchor="t">
            <a:noAutofit/>
          </a:bodyPr>
          <a:lstStyle>
            <a:lvl1pPr marL="0" indent="0">
              <a:buNone/>
              <a:defRPr sz="1400" b="1" i="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de-DE" dirty="0"/>
              <a:t>Moderator und Organisationseinheit (Arial Fett 14pt., max. 1 Zeile)</a:t>
            </a:r>
          </a:p>
        </p:txBody>
      </p:sp>
      <p:sp>
        <p:nvSpPr>
          <p:cNvPr id="4" name="Textplatzhalter 2">
            <a:extLst>
              <a:ext uri="{FF2B5EF4-FFF2-40B4-BE49-F238E27FC236}">
                <a16:creationId xmlns:a16="http://schemas.microsoft.com/office/drawing/2014/main" id="{99D0CF73-16BC-EE47-A2F6-63380649FC8F}"/>
              </a:ext>
            </a:extLst>
          </p:cNvPr>
          <p:cNvSpPr>
            <a:spLocks noGrp="1"/>
          </p:cNvSpPr>
          <p:nvPr>
            <p:ph type="body" idx="12" hasCustomPrompt="1"/>
          </p:nvPr>
        </p:nvSpPr>
        <p:spPr>
          <a:xfrm>
            <a:off x="540000" y="1576800"/>
            <a:ext cx="7020000" cy="180000"/>
          </a:xfrm>
          <a:prstGeom prst="rect">
            <a:avLst/>
          </a:prstGeom>
        </p:spPr>
        <p:txBody>
          <a:bodyPr lIns="0" tIns="0" rIns="0" bIns="0" anchor="t">
            <a:noAutofit/>
          </a:bodyPr>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de-DE" dirty="0"/>
              <a:t>Datum und Präsentationsort (Arial 12pt., max. 1 Zeile)</a:t>
            </a:r>
          </a:p>
        </p:txBody>
      </p:sp>
      <p:sp>
        <p:nvSpPr>
          <p:cNvPr id="5" name="Textplatzhalter 2">
            <a:extLst>
              <a:ext uri="{FF2B5EF4-FFF2-40B4-BE49-F238E27FC236}">
                <a16:creationId xmlns:a16="http://schemas.microsoft.com/office/drawing/2014/main" id="{4A7E35E8-11B1-964A-B3B7-ABCDE11750B9}"/>
              </a:ext>
            </a:extLst>
          </p:cNvPr>
          <p:cNvSpPr>
            <a:spLocks noGrp="1"/>
          </p:cNvSpPr>
          <p:nvPr>
            <p:ph type="body" idx="11" hasCustomPrompt="1"/>
          </p:nvPr>
        </p:nvSpPr>
        <p:spPr>
          <a:xfrm>
            <a:off x="540000" y="680400"/>
            <a:ext cx="7020000" cy="410369"/>
          </a:xfrm>
          <a:prstGeom prst="rect">
            <a:avLst/>
          </a:prstGeom>
        </p:spPr>
        <p:txBody>
          <a:bodyPr lIns="0" tIns="0" rIns="0" bIns="0" anchor="t">
            <a:noAutofit/>
          </a:bodyPr>
          <a:lstStyle>
            <a:lvl1pPr marL="0" indent="0">
              <a:lnSpc>
                <a:spcPts val="3200"/>
              </a:lnSpc>
              <a:spcBef>
                <a:spcPts val="0"/>
              </a:spcBef>
              <a:buNone/>
              <a:defRPr sz="280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de-DE" dirty="0"/>
              <a:t>Titel B (Arial 28pt., schwarz, max. 1 Zeile) </a:t>
            </a:r>
          </a:p>
        </p:txBody>
      </p:sp>
      <p:sp>
        <p:nvSpPr>
          <p:cNvPr id="6" name="Inhaltsplatzhalter 2">
            <a:extLst>
              <a:ext uri="{FF2B5EF4-FFF2-40B4-BE49-F238E27FC236}">
                <a16:creationId xmlns:a16="http://schemas.microsoft.com/office/drawing/2014/main" id="{08592F44-7A11-4746-8BCA-D8016987E6BD}"/>
              </a:ext>
            </a:extLst>
          </p:cNvPr>
          <p:cNvSpPr>
            <a:spLocks noGrp="1"/>
          </p:cNvSpPr>
          <p:nvPr>
            <p:ph sz="half" idx="1" hasCustomPrompt="1"/>
          </p:nvPr>
        </p:nvSpPr>
        <p:spPr>
          <a:xfrm>
            <a:off x="0" y="1921500"/>
            <a:ext cx="9144000" cy="3218400"/>
          </a:xfrm>
          <a:prstGeom prst="rect">
            <a:avLst/>
          </a:prstGeom>
          <a:solidFill>
            <a:schemeClr val="bg1">
              <a:lumMod val="85000"/>
            </a:schemeClr>
          </a:solidFill>
        </p:spPr>
        <p:txBody>
          <a:bodyPr lIns="0" tIns="0" rIns="0" bIns="0"/>
          <a:lstStyle>
            <a:lvl1pPr marL="0" indent="0">
              <a:buNone/>
              <a:defRPr sz="2000">
                <a:latin typeface="Arial" panose="020B0604020202020204" pitchFamily="34" charset="0"/>
                <a:cs typeface="Arial" panose="020B0604020202020204" pitchFamily="34" charset="0"/>
              </a:defRPr>
            </a:lvl1pPr>
          </a:lstStyle>
          <a:p>
            <a:pPr lvl="0"/>
            <a:r>
              <a:rPr lang="de-DE" dirty="0"/>
              <a:t>        Media Platzhalter: 25.4 (b) x 8.94 (h) cm </a:t>
            </a:r>
          </a:p>
        </p:txBody>
      </p:sp>
    </p:spTree>
    <p:extLst>
      <p:ext uri="{BB962C8B-B14F-4D97-AF65-F5344CB8AC3E}">
        <p14:creationId xmlns:p14="http://schemas.microsoft.com/office/powerpoint/2010/main" val="339214364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8: Schluss-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8F220F-AF24-8D49-BCE6-4B7754B66C9B}"/>
              </a:ext>
            </a:extLst>
          </p:cNvPr>
          <p:cNvSpPr>
            <a:spLocks noGrp="1"/>
          </p:cNvSpPr>
          <p:nvPr>
            <p:ph type="title" hasCustomPrompt="1"/>
          </p:nvPr>
        </p:nvSpPr>
        <p:spPr>
          <a:xfrm>
            <a:off x="540000" y="187200"/>
            <a:ext cx="7020000" cy="410369"/>
          </a:xfrm>
        </p:spPr>
        <p:txBody>
          <a:bodyPr anchor="b" anchorCtr="0"/>
          <a:lstStyle>
            <a:lvl1pPr>
              <a:defRPr>
                <a:solidFill>
                  <a:srgbClr val="E6002E"/>
                </a:solidFill>
              </a:defRPr>
            </a:lvl1pPr>
          </a:lstStyle>
          <a:p>
            <a:r>
              <a:rPr lang="de-CH" spc="-15" dirty="0"/>
              <a:t>Vielen Dank</a:t>
            </a:r>
            <a:endParaRPr lang="de-DE" dirty="0"/>
          </a:p>
        </p:txBody>
      </p:sp>
      <p:sp>
        <p:nvSpPr>
          <p:cNvPr id="3" name="Textplatzhalter 2">
            <a:extLst>
              <a:ext uri="{FF2B5EF4-FFF2-40B4-BE49-F238E27FC236}">
                <a16:creationId xmlns:a16="http://schemas.microsoft.com/office/drawing/2014/main" id="{1659C5DC-671B-6A4E-BD0B-CCB6129F84B8}"/>
              </a:ext>
            </a:extLst>
          </p:cNvPr>
          <p:cNvSpPr>
            <a:spLocks noGrp="1"/>
          </p:cNvSpPr>
          <p:nvPr>
            <p:ph type="body" idx="10" hasCustomPrompt="1"/>
          </p:nvPr>
        </p:nvSpPr>
        <p:spPr>
          <a:xfrm>
            <a:off x="540000" y="1306722"/>
            <a:ext cx="7020000" cy="180000"/>
          </a:xfrm>
          <a:prstGeom prst="rect">
            <a:avLst/>
          </a:prstGeom>
        </p:spPr>
        <p:txBody>
          <a:bodyPr lIns="0" tIns="0" rIns="0" bIns="0" anchor="t">
            <a:noAutofit/>
          </a:bodyPr>
          <a:lstStyle>
            <a:lvl1pPr marL="0" indent="0">
              <a:buNone/>
              <a:defRPr sz="1400" b="1" i="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de-DE" dirty="0"/>
              <a:t>Moderator und Organisationseinheit (Arial Fett 14pt., max. 1 Zeile)</a:t>
            </a:r>
          </a:p>
        </p:txBody>
      </p:sp>
      <p:sp>
        <p:nvSpPr>
          <p:cNvPr id="4" name="Textplatzhalter 2">
            <a:extLst>
              <a:ext uri="{FF2B5EF4-FFF2-40B4-BE49-F238E27FC236}">
                <a16:creationId xmlns:a16="http://schemas.microsoft.com/office/drawing/2014/main" id="{99D0CF73-16BC-EE47-A2F6-63380649FC8F}"/>
              </a:ext>
            </a:extLst>
          </p:cNvPr>
          <p:cNvSpPr>
            <a:spLocks noGrp="1"/>
          </p:cNvSpPr>
          <p:nvPr>
            <p:ph type="body" idx="12" hasCustomPrompt="1"/>
          </p:nvPr>
        </p:nvSpPr>
        <p:spPr>
          <a:xfrm>
            <a:off x="540000" y="1576800"/>
            <a:ext cx="7020000" cy="180000"/>
          </a:xfrm>
          <a:prstGeom prst="rect">
            <a:avLst/>
          </a:prstGeom>
        </p:spPr>
        <p:txBody>
          <a:bodyPr lIns="0" tIns="0" rIns="0" bIns="0" anchor="t">
            <a:noAutofit/>
          </a:bodyPr>
          <a:lstStyle>
            <a:lvl1pPr marL="0" indent="0">
              <a:buNone/>
              <a:defRPr sz="1200" b="0" i="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de-DE" dirty="0"/>
              <a:t>Datum und Präsentationsort (Arial 12pt., max. 1 Zeile)</a:t>
            </a:r>
          </a:p>
        </p:txBody>
      </p:sp>
      <p:sp>
        <p:nvSpPr>
          <p:cNvPr id="5" name="Textplatzhalter 2">
            <a:extLst>
              <a:ext uri="{FF2B5EF4-FFF2-40B4-BE49-F238E27FC236}">
                <a16:creationId xmlns:a16="http://schemas.microsoft.com/office/drawing/2014/main" id="{4A7E35E8-11B1-964A-B3B7-ABCDE11750B9}"/>
              </a:ext>
            </a:extLst>
          </p:cNvPr>
          <p:cNvSpPr>
            <a:spLocks noGrp="1"/>
          </p:cNvSpPr>
          <p:nvPr>
            <p:ph type="body" idx="11" hasCustomPrompt="1"/>
          </p:nvPr>
        </p:nvSpPr>
        <p:spPr>
          <a:xfrm>
            <a:off x="540000" y="680400"/>
            <a:ext cx="7020000" cy="410369"/>
          </a:xfrm>
          <a:prstGeom prst="rect">
            <a:avLst/>
          </a:prstGeom>
        </p:spPr>
        <p:txBody>
          <a:bodyPr lIns="0" tIns="0" rIns="0" bIns="0" anchor="t">
            <a:noAutofit/>
          </a:bodyPr>
          <a:lstStyle>
            <a:lvl1pPr marL="0" indent="0">
              <a:lnSpc>
                <a:spcPts val="3200"/>
              </a:lnSpc>
              <a:spcBef>
                <a:spcPts val="0"/>
              </a:spcBef>
              <a:buNone/>
              <a:defRPr sz="280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r>
              <a:rPr lang="de-CH" spc="20" dirty="0">
                <a:solidFill>
                  <a:srgbClr val="231F20"/>
                </a:solidFill>
              </a:rPr>
              <a:t>für Ihre Aufmerksamkeit</a:t>
            </a:r>
            <a:endParaRPr lang="de-DE" dirty="0"/>
          </a:p>
        </p:txBody>
      </p:sp>
      <p:sp>
        <p:nvSpPr>
          <p:cNvPr id="6" name="Inhaltsplatzhalter 2">
            <a:extLst>
              <a:ext uri="{FF2B5EF4-FFF2-40B4-BE49-F238E27FC236}">
                <a16:creationId xmlns:a16="http://schemas.microsoft.com/office/drawing/2014/main" id="{08592F44-7A11-4746-8BCA-D8016987E6BD}"/>
              </a:ext>
            </a:extLst>
          </p:cNvPr>
          <p:cNvSpPr>
            <a:spLocks noGrp="1"/>
          </p:cNvSpPr>
          <p:nvPr>
            <p:ph sz="half" idx="1" hasCustomPrompt="1"/>
          </p:nvPr>
        </p:nvSpPr>
        <p:spPr>
          <a:xfrm>
            <a:off x="0" y="1921500"/>
            <a:ext cx="9144000" cy="3218400"/>
          </a:xfrm>
          <a:prstGeom prst="rect">
            <a:avLst/>
          </a:prstGeom>
          <a:solidFill>
            <a:schemeClr val="bg1">
              <a:lumMod val="85000"/>
            </a:schemeClr>
          </a:solidFill>
        </p:spPr>
        <p:txBody>
          <a:bodyPr lIns="0" tIns="0" rIns="0" bIns="0"/>
          <a:lstStyle>
            <a:lvl1pPr marL="0" indent="0">
              <a:buNone/>
              <a:defRPr sz="2000">
                <a:latin typeface="Arial" panose="020B0604020202020204" pitchFamily="34" charset="0"/>
                <a:cs typeface="Arial" panose="020B0604020202020204" pitchFamily="34" charset="0"/>
              </a:defRPr>
            </a:lvl1pPr>
          </a:lstStyle>
          <a:p>
            <a:pPr lvl="0"/>
            <a:r>
              <a:rPr lang="de-DE" dirty="0"/>
              <a:t>        Media Platzhalter: 25.4 (b) x 8.94 (h) cm </a:t>
            </a:r>
          </a:p>
        </p:txBody>
      </p:sp>
    </p:spTree>
    <p:extLst>
      <p:ext uri="{BB962C8B-B14F-4D97-AF65-F5344CB8AC3E}">
        <p14:creationId xmlns:p14="http://schemas.microsoft.com/office/powerpoint/2010/main" val="258286335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 Titel-Folie ohne Bi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1659C5DC-671B-6A4E-BD0B-CCB6129F84B8}"/>
              </a:ext>
            </a:extLst>
          </p:cNvPr>
          <p:cNvSpPr>
            <a:spLocks noGrp="1"/>
          </p:cNvSpPr>
          <p:nvPr>
            <p:ph type="body" idx="10" hasCustomPrompt="1"/>
          </p:nvPr>
        </p:nvSpPr>
        <p:spPr>
          <a:xfrm>
            <a:off x="540000" y="3562350"/>
            <a:ext cx="7020000" cy="166199"/>
          </a:xfrm>
          <a:prstGeom prst="rect">
            <a:avLst/>
          </a:prstGeom>
        </p:spPr>
        <p:txBody>
          <a:bodyPr lIns="0" tIns="0" rIns="0" bIns="0" anchor="t">
            <a:noAutofit/>
          </a:bodyPr>
          <a:lstStyle>
            <a:lvl1pPr marL="0" indent="0">
              <a:buNone/>
              <a:defRPr sz="1400" b="1" i="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de-DE" dirty="0"/>
              <a:t>Moderator und Organisationseinheit (Arial Fett 14pt., max. 1 Zeile)</a:t>
            </a:r>
          </a:p>
        </p:txBody>
      </p:sp>
      <p:sp>
        <p:nvSpPr>
          <p:cNvPr id="4" name="Textplatzhalter 2">
            <a:extLst>
              <a:ext uri="{FF2B5EF4-FFF2-40B4-BE49-F238E27FC236}">
                <a16:creationId xmlns:a16="http://schemas.microsoft.com/office/drawing/2014/main" id="{99D0CF73-16BC-EE47-A2F6-63380649FC8F}"/>
              </a:ext>
            </a:extLst>
          </p:cNvPr>
          <p:cNvSpPr>
            <a:spLocks noGrp="1"/>
          </p:cNvSpPr>
          <p:nvPr>
            <p:ph type="body" idx="12" hasCustomPrompt="1"/>
          </p:nvPr>
        </p:nvSpPr>
        <p:spPr>
          <a:xfrm>
            <a:off x="540000" y="3834000"/>
            <a:ext cx="7020000" cy="166199"/>
          </a:xfrm>
          <a:prstGeom prst="rect">
            <a:avLst/>
          </a:prstGeom>
        </p:spPr>
        <p:txBody>
          <a:bodyPr lIns="0" tIns="0" rIns="0" bIns="0" anchor="t">
            <a:sp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0" i="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de-DE" dirty="0"/>
              <a:t>Datum und Präsentationsort (Arial 12pt., max. 1 Zeile)</a:t>
            </a:r>
          </a:p>
        </p:txBody>
      </p:sp>
      <p:sp>
        <p:nvSpPr>
          <p:cNvPr id="5" name="Textplatzhalter 2">
            <a:extLst>
              <a:ext uri="{FF2B5EF4-FFF2-40B4-BE49-F238E27FC236}">
                <a16:creationId xmlns:a16="http://schemas.microsoft.com/office/drawing/2014/main" id="{4A7E35E8-11B1-964A-B3B7-ABCDE11750B9}"/>
              </a:ext>
            </a:extLst>
          </p:cNvPr>
          <p:cNvSpPr>
            <a:spLocks noGrp="1"/>
          </p:cNvSpPr>
          <p:nvPr>
            <p:ph type="body" idx="11" hasCustomPrompt="1"/>
          </p:nvPr>
        </p:nvSpPr>
        <p:spPr>
          <a:xfrm>
            <a:off x="540000" y="2203200"/>
            <a:ext cx="7020000" cy="900000"/>
          </a:xfrm>
          <a:prstGeom prst="rect">
            <a:avLst/>
          </a:prstGeom>
        </p:spPr>
        <p:txBody>
          <a:bodyPr lIns="0" tIns="0" rIns="0" bIns="0" anchor="t">
            <a:noAutofit/>
          </a:bodyPr>
          <a:lstStyle>
            <a:lvl1pPr marL="0" marR="0" indent="0" algn="l" defTabSz="914400" rtl="0" eaLnBrk="1" fontAlgn="auto" latinLnBrk="0" hangingPunct="1">
              <a:lnSpc>
                <a:spcPts val="3200"/>
              </a:lnSpc>
              <a:spcBef>
                <a:spcPts val="0"/>
              </a:spcBef>
              <a:spcAft>
                <a:spcPts val="0"/>
              </a:spcAft>
              <a:buClrTx/>
              <a:buSzTx/>
              <a:buFont typeface="Arial" panose="020B0604020202020204" pitchFamily="34" charset="0"/>
              <a:buNone/>
              <a:tabLst/>
              <a:defRPr sz="280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de-DE" dirty="0"/>
              <a:t>Titel B (Arial 28/32pt., </a:t>
            </a:r>
            <a:br>
              <a:rPr lang="de-DE" dirty="0"/>
            </a:br>
            <a:r>
              <a:rPr lang="de-DE" dirty="0"/>
              <a:t>schwarz, max. 2 Zeilen) </a:t>
            </a:r>
          </a:p>
        </p:txBody>
      </p:sp>
      <p:sp>
        <p:nvSpPr>
          <p:cNvPr id="13" name="Titelplatzhalter 14">
            <a:extLst>
              <a:ext uri="{FF2B5EF4-FFF2-40B4-BE49-F238E27FC236}">
                <a16:creationId xmlns:a16="http://schemas.microsoft.com/office/drawing/2014/main" id="{A4657668-A8BC-5644-AAC4-0A0F9B6AD949}"/>
              </a:ext>
            </a:extLst>
          </p:cNvPr>
          <p:cNvSpPr>
            <a:spLocks noGrp="1"/>
          </p:cNvSpPr>
          <p:nvPr>
            <p:ph type="title" hasCustomPrompt="1"/>
          </p:nvPr>
        </p:nvSpPr>
        <p:spPr>
          <a:xfrm>
            <a:off x="540000" y="1220400"/>
            <a:ext cx="7020000" cy="900000"/>
          </a:xfrm>
          <a:prstGeom prst="rect">
            <a:avLst/>
          </a:prstGeom>
        </p:spPr>
        <p:txBody>
          <a:bodyPr vert="horz" wrap="square" lIns="0" tIns="0" rIns="0" bIns="0" rtlCol="0" anchor="b" anchorCtr="0">
            <a:noAutofit/>
          </a:bodyPr>
          <a:lstStyle>
            <a:lvl1pPr>
              <a:defRPr/>
            </a:lvl1pPr>
          </a:lstStyle>
          <a:p>
            <a:r>
              <a:rPr lang="de-DE" dirty="0"/>
              <a:t>Titel A (Arial 28/32pt., </a:t>
            </a:r>
            <a:br>
              <a:rPr lang="de-DE" dirty="0"/>
            </a:br>
            <a:r>
              <a:rPr lang="de-DE" dirty="0"/>
              <a:t>rot, max. 2 Zeilen)</a:t>
            </a:r>
          </a:p>
        </p:txBody>
      </p:sp>
    </p:spTree>
    <p:extLst>
      <p:ext uri="{BB962C8B-B14F-4D97-AF65-F5344CB8AC3E}">
        <p14:creationId xmlns:p14="http://schemas.microsoft.com/office/powerpoint/2010/main" val="411881787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 Inhaltverzeichnis">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4A7E35E8-11B1-964A-B3B7-ABCDE11750B9}"/>
              </a:ext>
            </a:extLst>
          </p:cNvPr>
          <p:cNvSpPr>
            <a:spLocks noGrp="1"/>
          </p:cNvSpPr>
          <p:nvPr>
            <p:ph type="body" idx="11" hasCustomPrompt="1"/>
          </p:nvPr>
        </p:nvSpPr>
        <p:spPr>
          <a:xfrm>
            <a:off x="540000" y="1170000"/>
            <a:ext cx="7020000" cy="410369"/>
          </a:xfrm>
          <a:prstGeom prst="rect">
            <a:avLst/>
          </a:prstGeom>
        </p:spPr>
        <p:txBody>
          <a:bodyPr lIns="0" tIns="0" rIns="0" bIns="0" anchor="t">
            <a:noAutofit/>
          </a:bodyPr>
          <a:lstStyle>
            <a:lvl1pPr marL="0" marR="0" indent="0" algn="l" defTabSz="914377" rtl="0" eaLnBrk="1" fontAlgn="auto" latinLnBrk="0" hangingPunct="1">
              <a:lnSpc>
                <a:spcPts val="3200"/>
              </a:lnSpc>
              <a:spcBef>
                <a:spcPts val="0"/>
              </a:spcBef>
              <a:spcAft>
                <a:spcPts val="0"/>
              </a:spcAft>
              <a:buClrTx/>
              <a:buSzTx/>
              <a:buFont typeface="Arial" panose="020B0604020202020204" pitchFamily="34" charset="0"/>
              <a:buNone/>
              <a:tabLst/>
              <a:defRPr sz="280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de-DE" dirty="0"/>
              <a:t>Titel B (Arial 28pt., schwarz, max. 1 Zeile) </a:t>
            </a:r>
          </a:p>
        </p:txBody>
      </p:sp>
      <p:sp>
        <p:nvSpPr>
          <p:cNvPr id="11" name="Textplatzhalter 10">
            <a:extLst>
              <a:ext uri="{FF2B5EF4-FFF2-40B4-BE49-F238E27FC236}">
                <a16:creationId xmlns:a16="http://schemas.microsoft.com/office/drawing/2014/main" id="{81FC3BBB-A060-D84D-A85B-A61AE52B9CEC}"/>
              </a:ext>
            </a:extLst>
          </p:cNvPr>
          <p:cNvSpPr>
            <a:spLocks noGrp="1"/>
          </p:cNvSpPr>
          <p:nvPr>
            <p:ph type="body" sz="quarter" idx="12" hasCustomPrompt="1"/>
          </p:nvPr>
        </p:nvSpPr>
        <p:spPr>
          <a:xfrm>
            <a:off x="540000" y="2190750"/>
            <a:ext cx="3727200" cy="2610000"/>
          </a:xfrm>
          <a:prstGeom prst="rect">
            <a:avLst/>
          </a:prstGeom>
        </p:spPr>
        <p:txBody>
          <a:bodyPr wrap="square" lIns="0" tIns="0" rIns="0" bIns="0">
            <a:noAutofit/>
          </a:bodyPr>
          <a:lstStyle>
            <a:lvl1pPr marL="0" marR="0" indent="0" algn="l" defTabSz="914377" rtl="0" eaLnBrk="1" fontAlgn="auto" latinLnBrk="0" hangingPunct="1">
              <a:lnSpc>
                <a:spcPts val="2400"/>
              </a:lnSpc>
              <a:spcBef>
                <a:spcPts val="0"/>
              </a:spcBef>
              <a:spcAft>
                <a:spcPts val="0"/>
              </a:spcAft>
              <a:buClrTx/>
              <a:buSzTx/>
              <a:buFont typeface="Arial" panose="020B0604020202020204" pitchFamily="34" charset="0"/>
              <a:buNone/>
              <a:tabLst/>
              <a:defRPr sz="2000">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pPr marL="0" marR="0" lvl="0" indent="0" algn="l" defTabSz="914377" rtl="0" eaLnBrk="1" fontAlgn="auto" latinLnBrk="0" hangingPunct="1">
              <a:lnSpc>
                <a:spcPts val="2000"/>
              </a:lnSpc>
              <a:spcBef>
                <a:spcPts val="0"/>
              </a:spcBef>
              <a:spcAft>
                <a:spcPts val="0"/>
              </a:spcAft>
              <a:buClrTx/>
              <a:buSzTx/>
              <a:buFont typeface="Arial" panose="020B0604020202020204" pitchFamily="34" charset="0"/>
              <a:buNone/>
              <a:tabLst/>
              <a:defRPr/>
            </a:pPr>
            <a:r>
              <a:rPr lang="de-DE" dirty="0"/>
              <a:t>Inhalt Nr. 1: Arial 20/24pt.</a:t>
            </a:r>
          </a:p>
          <a:p>
            <a:pPr lvl="0"/>
            <a:endParaRPr lang="de-DE" dirty="0"/>
          </a:p>
          <a:p>
            <a:pPr lvl="0"/>
            <a:r>
              <a:rPr lang="de-DE" dirty="0"/>
              <a:t>Inhalt Nr. 2</a:t>
            </a:r>
          </a:p>
        </p:txBody>
      </p:sp>
      <p:sp>
        <p:nvSpPr>
          <p:cNvPr id="14" name="Textplatzhalter 10">
            <a:extLst>
              <a:ext uri="{FF2B5EF4-FFF2-40B4-BE49-F238E27FC236}">
                <a16:creationId xmlns:a16="http://schemas.microsoft.com/office/drawing/2014/main" id="{B236500E-83E7-924C-AF0B-0F29C91C1A20}"/>
              </a:ext>
            </a:extLst>
          </p:cNvPr>
          <p:cNvSpPr>
            <a:spLocks noGrp="1"/>
          </p:cNvSpPr>
          <p:nvPr>
            <p:ph type="body" sz="quarter" idx="14" hasCustomPrompt="1"/>
          </p:nvPr>
        </p:nvSpPr>
        <p:spPr>
          <a:xfrm>
            <a:off x="4878000" y="2190750"/>
            <a:ext cx="3727200" cy="2610000"/>
          </a:xfrm>
          <a:prstGeom prst="rect">
            <a:avLst/>
          </a:prstGeom>
        </p:spPr>
        <p:txBody>
          <a:bodyPr wrap="square" lIns="0" tIns="0" rIns="0" bIns="0">
            <a:noAutofit/>
          </a:bodyPr>
          <a:lstStyle>
            <a:lvl1pPr marL="0" marR="0" indent="0" algn="l" defTabSz="914377" rtl="0" eaLnBrk="1" fontAlgn="auto" latinLnBrk="0" hangingPunct="1">
              <a:lnSpc>
                <a:spcPts val="2400"/>
              </a:lnSpc>
              <a:spcBef>
                <a:spcPts val="0"/>
              </a:spcBef>
              <a:spcAft>
                <a:spcPts val="0"/>
              </a:spcAft>
              <a:buClrTx/>
              <a:buSzTx/>
              <a:buFont typeface="Arial" panose="020B0604020202020204" pitchFamily="34" charset="0"/>
              <a:buNone/>
              <a:tabLst/>
              <a:defRPr sz="2000">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pPr marL="0" marR="0" lvl="0" indent="0" algn="l" defTabSz="914377" rtl="0" eaLnBrk="1" fontAlgn="auto" latinLnBrk="0" hangingPunct="1">
              <a:lnSpc>
                <a:spcPts val="2000"/>
              </a:lnSpc>
              <a:spcBef>
                <a:spcPts val="0"/>
              </a:spcBef>
              <a:spcAft>
                <a:spcPts val="0"/>
              </a:spcAft>
              <a:buClrTx/>
              <a:buSzTx/>
              <a:buFont typeface="Arial" panose="020B0604020202020204" pitchFamily="34" charset="0"/>
              <a:buNone/>
              <a:tabLst/>
              <a:defRPr/>
            </a:pPr>
            <a:r>
              <a:rPr lang="de-DE" dirty="0"/>
              <a:t>Inhalt Nr. 3: Arial 20/24pt.</a:t>
            </a:r>
          </a:p>
          <a:p>
            <a:pPr lvl="0"/>
            <a:endParaRPr lang="de-DE" dirty="0"/>
          </a:p>
          <a:p>
            <a:pPr lvl="0"/>
            <a:r>
              <a:rPr lang="de-DE" dirty="0"/>
              <a:t>Inhalt Nr. 4</a:t>
            </a:r>
          </a:p>
          <a:p>
            <a:pPr lvl="0"/>
            <a:endParaRPr lang="de-DE" dirty="0"/>
          </a:p>
        </p:txBody>
      </p:sp>
      <p:sp>
        <p:nvSpPr>
          <p:cNvPr id="9" name="Textplatzhalter 21">
            <a:extLst>
              <a:ext uri="{FF2B5EF4-FFF2-40B4-BE49-F238E27FC236}">
                <a16:creationId xmlns:a16="http://schemas.microsoft.com/office/drawing/2014/main" id="{16AC8D8E-CDF7-E043-997B-4F40A5E71F94}"/>
              </a:ext>
            </a:extLst>
          </p:cNvPr>
          <p:cNvSpPr>
            <a:spLocks noGrp="1"/>
          </p:cNvSpPr>
          <p:nvPr>
            <p:ph type="body" sz="quarter" idx="20" hasCustomPrompt="1"/>
          </p:nvPr>
        </p:nvSpPr>
        <p:spPr>
          <a:xfrm>
            <a:off x="540000" y="280800"/>
            <a:ext cx="7020000" cy="180000"/>
          </a:xfrm>
          <a:prstGeom prst="rect">
            <a:avLst/>
          </a:prstGeom>
        </p:spPr>
        <p:txBody>
          <a:bodyPr lIns="0" tIns="0" rIns="0" bIns="0">
            <a:noAutofit/>
          </a:bodyPr>
          <a:lstStyle>
            <a:lvl1pPr>
              <a:spcBef>
                <a:spcPts val="0"/>
              </a:spcBef>
              <a:defRPr sz="1200">
                <a:solidFill>
                  <a:schemeClr val="tx1"/>
                </a:solidFill>
                <a:latin typeface="Arial" panose="020B0604020202020204" pitchFamily="34" charset="0"/>
                <a:cs typeface="Arial" panose="020B0604020202020204" pitchFamily="34" charset="0"/>
              </a:defRPr>
            </a:lvl1pPr>
          </a:lstStyle>
          <a:p>
            <a:pPr lvl="0"/>
            <a:r>
              <a:rPr lang="de-DE" dirty="0"/>
              <a:t>Thema der Präsentation (</a:t>
            </a:r>
            <a:r>
              <a:rPr lang="de-DE" dirty="0" err="1"/>
              <a:t>gemäss</a:t>
            </a:r>
            <a:r>
              <a:rPr lang="de-DE" dirty="0"/>
              <a:t> Titelfolie: Arial 12pt., schwarz, max. 1 Zeile)</a:t>
            </a:r>
          </a:p>
        </p:txBody>
      </p:sp>
      <p:sp>
        <p:nvSpPr>
          <p:cNvPr id="10" name="Titelplatzhalter 14">
            <a:extLst>
              <a:ext uri="{FF2B5EF4-FFF2-40B4-BE49-F238E27FC236}">
                <a16:creationId xmlns:a16="http://schemas.microsoft.com/office/drawing/2014/main" id="{F49DC73E-0ADC-CB4B-B483-695B44661B05}"/>
              </a:ext>
            </a:extLst>
          </p:cNvPr>
          <p:cNvSpPr>
            <a:spLocks noGrp="1"/>
          </p:cNvSpPr>
          <p:nvPr>
            <p:ph type="title" hasCustomPrompt="1"/>
          </p:nvPr>
        </p:nvSpPr>
        <p:spPr>
          <a:xfrm>
            <a:off x="540000" y="680400"/>
            <a:ext cx="7020000" cy="410369"/>
          </a:xfrm>
          <a:prstGeom prst="rect">
            <a:avLst/>
          </a:prstGeom>
        </p:spPr>
        <p:txBody>
          <a:bodyPr vert="horz" lIns="0" tIns="0" rIns="0" bIns="0" rtlCol="0" anchor="t">
            <a:spAutoFit/>
          </a:bodyPr>
          <a:lstStyle>
            <a:lvl1pPr>
              <a:defRPr/>
            </a:lvl1pPr>
          </a:lstStyle>
          <a:p>
            <a:r>
              <a:rPr lang="de-DE" dirty="0"/>
              <a:t>Titel A (Arial 28pt., rot, max. 1 Zeile) </a:t>
            </a:r>
          </a:p>
        </p:txBody>
      </p:sp>
      <p:sp>
        <p:nvSpPr>
          <p:cNvPr id="7" name="Foliennummernplatzhalter 7">
            <a:extLst>
              <a:ext uri="{FF2B5EF4-FFF2-40B4-BE49-F238E27FC236}">
                <a16:creationId xmlns:a16="http://schemas.microsoft.com/office/drawing/2014/main" id="{291F5CB2-B1A0-3141-810A-EA3DABABC379}"/>
              </a:ext>
            </a:extLst>
          </p:cNvPr>
          <p:cNvSpPr>
            <a:spLocks noGrp="1"/>
          </p:cNvSpPr>
          <p:nvPr>
            <p:ph type="sldNum" sz="quarter" idx="21"/>
          </p:nvPr>
        </p:nvSpPr>
        <p:spPr>
          <a:xfrm>
            <a:off x="8610600" y="6356350"/>
            <a:ext cx="2743200" cy="365125"/>
          </a:xfrm>
        </p:spPr>
        <p:txBody>
          <a:bodyPr/>
          <a:lstStyle/>
          <a:p>
            <a:fld id="{16AB2C14-F465-F643-BD65-D6125390A9E0}" type="slidenum">
              <a:rPr lang="de-DE" smtClean="0"/>
              <a:t>‹#›</a:t>
            </a:fld>
            <a:endParaRPr lang="de-DE"/>
          </a:p>
        </p:txBody>
      </p:sp>
    </p:spTree>
    <p:extLst>
      <p:ext uri="{BB962C8B-B14F-4D97-AF65-F5344CB8AC3E}">
        <p14:creationId xmlns:p14="http://schemas.microsoft.com/office/powerpoint/2010/main" val="211686635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a: Text-Folie 2 Spalten">
    <p:spTree>
      <p:nvGrpSpPr>
        <p:cNvPr id="1" name=""/>
        <p:cNvGrpSpPr/>
        <p:nvPr/>
      </p:nvGrpSpPr>
      <p:grpSpPr>
        <a:xfrm>
          <a:off x="0" y="0"/>
          <a:ext cx="0" cy="0"/>
          <a:chOff x="0" y="0"/>
          <a:chExt cx="0" cy="0"/>
        </a:xfrm>
      </p:grpSpPr>
      <p:sp>
        <p:nvSpPr>
          <p:cNvPr id="4" name="Textplatzhalter 2">
            <a:extLst>
              <a:ext uri="{FF2B5EF4-FFF2-40B4-BE49-F238E27FC236}">
                <a16:creationId xmlns:a16="http://schemas.microsoft.com/office/drawing/2014/main" id="{E8DF8EC7-1228-E54F-AEA8-B9FA57ED0474}"/>
              </a:ext>
            </a:extLst>
          </p:cNvPr>
          <p:cNvSpPr>
            <a:spLocks noGrp="1"/>
          </p:cNvSpPr>
          <p:nvPr>
            <p:ph type="body" idx="11" hasCustomPrompt="1"/>
          </p:nvPr>
        </p:nvSpPr>
        <p:spPr>
          <a:xfrm>
            <a:off x="540000" y="1170000"/>
            <a:ext cx="7020000" cy="410369"/>
          </a:xfrm>
          <a:prstGeom prst="rect">
            <a:avLst/>
          </a:prstGeom>
        </p:spPr>
        <p:txBody>
          <a:bodyPr lIns="0" tIns="0" rIns="0" bIns="0" anchor="t">
            <a:noAutofit/>
          </a:bodyPr>
          <a:lstStyle>
            <a:lvl1pPr marL="0" marR="0" indent="0" algn="l" defTabSz="914377" rtl="0" eaLnBrk="1" fontAlgn="auto" latinLnBrk="0" hangingPunct="1">
              <a:lnSpc>
                <a:spcPts val="3200"/>
              </a:lnSpc>
              <a:spcBef>
                <a:spcPts val="0"/>
              </a:spcBef>
              <a:spcAft>
                <a:spcPts val="0"/>
              </a:spcAft>
              <a:buClrTx/>
              <a:buSzTx/>
              <a:buFont typeface="Arial" panose="020B0604020202020204" pitchFamily="34" charset="0"/>
              <a:buNone/>
              <a:tabLst/>
              <a:defRPr sz="280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de-DE" dirty="0"/>
              <a:t>Titel B (Arial 28pt., schwarz, max. 1 Zeile) </a:t>
            </a:r>
          </a:p>
        </p:txBody>
      </p:sp>
      <p:sp>
        <p:nvSpPr>
          <p:cNvPr id="17" name="Textplatzhalter 16">
            <a:extLst>
              <a:ext uri="{FF2B5EF4-FFF2-40B4-BE49-F238E27FC236}">
                <a16:creationId xmlns:a16="http://schemas.microsoft.com/office/drawing/2014/main" id="{723164D8-30C4-CA40-B858-A93802E24BA8}"/>
              </a:ext>
            </a:extLst>
          </p:cNvPr>
          <p:cNvSpPr>
            <a:spLocks noGrp="1"/>
          </p:cNvSpPr>
          <p:nvPr>
            <p:ph type="body" sz="quarter" idx="16" hasCustomPrompt="1"/>
          </p:nvPr>
        </p:nvSpPr>
        <p:spPr>
          <a:xfrm>
            <a:off x="540000" y="2160000"/>
            <a:ext cx="3726000" cy="180000"/>
          </a:xfrm>
          <a:prstGeom prst="rect">
            <a:avLst/>
          </a:prstGeom>
        </p:spPr>
        <p:txBody>
          <a:bodyPr lIns="0" tIns="0" rIns="0" bIns="0"/>
          <a:lstStyle>
            <a:lvl1pPr>
              <a:lnSpc>
                <a:spcPts val="1800"/>
              </a:lnSpc>
              <a:spcBef>
                <a:spcPts val="0"/>
              </a:spcBef>
              <a:defRPr sz="1600" b="1">
                <a:latin typeface="Arial" panose="020B0604020202020204" pitchFamily="34" charset="0"/>
                <a:cs typeface="Arial" panose="020B0604020202020204" pitchFamily="34" charset="0"/>
              </a:defRPr>
            </a:lvl1pPr>
          </a:lstStyle>
          <a:p>
            <a:pPr lvl="0"/>
            <a:r>
              <a:rPr lang="de-DE" dirty="0"/>
              <a:t>Aussage 1: Arial Fett 16pt.</a:t>
            </a:r>
          </a:p>
        </p:txBody>
      </p:sp>
      <p:sp>
        <p:nvSpPr>
          <p:cNvPr id="18" name="Textplatzhalter 16">
            <a:extLst>
              <a:ext uri="{FF2B5EF4-FFF2-40B4-BE49-F238E27FC236}">
                <a16:creationId xmlns:a16="http://schemas.microsoft.com/office/drawing/2014/main" id="{B040411C-234A-814D-906D-923A34543F9B}"/>
              </a:ext>
            </a:extLst>
          </p:cNvPr>
          <p:cNvSpPr>
            <a:spLocks noGrp="1"/>
          </p:cNvSpPr>
          <p:nvPr>
            <p:ph type="body" sz="quarter" idx="17" hasCustomPrompt="1"/>
          </p:nvPr>
        </p:nvSpPr>
        <p:spPr>
          <a:xfrm>
            <a:off x="540000" y="2430000"/>
            <a:ext cx="3726000" cy="2340000"/>
          </a:xfrm>
          <a:prstGeom prst="rect">
            <a:avLst/>
          </a:prstGeom>
        </p:spPr>
        <p:txBody>
          <a:bodyPr lIns="0" tIns="0" rIns="0" bIns="0"/>
          <a:lstStyle>
            <a:lvl1pPr>
              <a:lnSpc>
                <a:spcPts val="2000"/>
              </a:lnSpc>
              <a:spcBef>
                <a:spcPts val="0"/>
              </a:spcBef>
              <a:defRPr sz="1600" b="0">
                <a:latin typeface="Arial" panose="020B0604020202020204" pitchFamily="34" charset="0"/>
                <a:cs typeface="Arial" panose="020B0604020202020204" pitchFamily="34" charset="0"/>
              </a:defRPr>
            </a:lvl1pPr>
          </a:lstStyle>
          <a:p>
            <a:pPr lvl="0"/>
            <a:r>
              <a:rPr lang="de-DE" dirty="0" err="1"/>
              <a:t>Fliesstext</a:t>
            </a:r>
            <a:r>
              <a:rPr lang="de-DE" dirty="0"/>
              <a:t> 1: Arial 16/20pt.</a:t>
            </a:r>
          </a:p>
        </p:txBody>
      </p:sp>
      <p:sp>
        <p:nvSpPr>
          <p:cNvPr id="19" name="Textplatzhalter 16">
            <a:extLst>
              <a:ext uri="{FF2B5EF4-FFF2-40B4-BE49-F238E27FC236}">
                <a16:creationId xmlns:a16="http://schemas.microsoft.com/office/drawing/2014/main" id="{BA9C34C3-74C1-1046-BC15-F9C16906BAF5}"/>
              </a:ext>
            </a:extLst>
          </p:cNvPr>
          <p:cNvSpPr>
            <a:spLocks noGrp="1"/>
          </p:cNvSpPr>
          <p:nvPr>
            <p:ph type="body" sz="quarter" idx="18" hasCustomPrompt="1"/>
          </p:nvPr>
        </p:nvSpPr>
        <p:spPr>
          <a:xfrm>
            <a:off x="4878000" y="2160000"/>
            <a:ext cx="3726000" cy="180000"/>
          </a:xfrm>
          <a:prstGeom prst="rect">
            <a:avLst/>
          </a:prstGeom>
        </p:spPr>
        <p:txBody>
          <a:bodyPr lIns="0" tIns="0" rIns="0" bIns="0"/>
          <a:lstStyle>
            <a:lvl1pPr>
              <a:lnSpc>
                <a:spcPts val="1800"/>
              </a:lnSpc>
              <a:spcBef>
                <a:spcPts val="0"/>
              </a:spcBef>
              <a:defRPr sz="1600" b="1">
                <a:latin typeface="Arial" panose="020B0604020202020204" pitchFamily="34" charset="0"/>
                <a:cs typeface="Arial" panose="020B0604020202020204" pitchFamily="34" charset="0"/>
              </a:defRPr>
            </a:lvl1pPr>
          </a:lstStyle>
          <a:p>
            <a:pPr lvl="0"/>
            <a:r>
              <a:rPr lang="de-DE" dirty="0"/>
              <a:t>Aussage 2: Arial Fett 16pt.</a:t>
            </a:r>
          </a:p>
        </p:txBody>
      </p:sp>
      <p:sp>
        <p:nvSpPr>
          <p:cNvPr id="20" name="Textplatzhalter 16">
            <a:extLst>
              <a:ext uri="{FF2B5EF4-FFF2-40B4-BE49-F238E27FC236}">
                <a16:creationId xmlns:a16="http://schemas.microsoft.com/office/drawing/2014/main" id="{4D60A118-8FB6-A640-B56D-40FCAF7BFBFD}"/>
              </a:ext>
            </a:extLst>
          </p:cNvPr>
          <p:cNvSpPr>
            <a:spLocks noGrp="1"/>
          </p:cNvSpPr>
          <p:nvPr>
            <p:ph type="body" sz="quarter" idx="19" hasCustomPrompt="1"/>
          </p:nvPr>
        </p:nvSpPr>
        <p:spPr>
          <a:xfrm>
            <a:off x="4878000" y="2430000"/>
            <a:ext cx="3726000" cy="2340000"/>
          </a:xfrm>
          <a:prstGeom prst="rect">
            <a:avLst/>
          </a:prstGeom>
        </p:spPr>
        <p:txBody>
          <a:bodyPr lIns="0" tIns="0" rIns="0" bIns="0"/>
          <a:lstStyle>
            <a:lvl1pPr>
              <a:lnSpc>
                <a:spcPts val="2000"/>
              </a:lnSpc>
              <a:spcBef>
                <a:spcPts val="0"/>
              </a:spcBef>
              <a:defRPr sz="1600" b="0">
                <a:latin typeface="Arial" panose="020B0604020202020204" pitchFamily="34" charset="0"/>
                <a:cs typeface="Arial" panose="020B0604020202020204" pitchFamily="34" charset="0"/>
              </a:defRPr>
            </a:lvl1pPr>
          </a:lstStyle>
          <a:p>
            <a:pPr lvl="0"/>
            <a:r>
              <a:rPr lang="de-DE" dirty="0" err="1"/>
              <a:t>Fliesstext</a:t>
            </a:r>
            <a:r>
              <a:rPr lang="de-DE" dirty="0"/>
              <a:t> 2: Arial 16/20pt.</a:t>
            </a:r>
          </a:p>
        </p:txBody>
      </p:sp>
      <p:sp>
        <p:nvSpPr>
          <p:cNvPr id="22" name="Textplatzhalter 21">
            <a:extLst>
              <a:ext uri="{FF2B5EF4-FFF2-40B4-BE49-F238E27FC236}">
                <a16:creationId xmlns:a16="http://schemas.microsoft.com/office/drawing/2014/main" id="{3AE95407-6558-2D43-AAF2-1E121E6601AF}"/>
              </a:ext>
            </a:extLst>
          </p:cNvPr>
          <p:cNvSpPr>
            <a:spLocks noGrp="1"/>
          </p:cNvSpPr>
          <p:nvPr>
            <p:ph type="body" sz="quarter" idx="20" hasCustomPrompt="1"/>
          </p:nvPr>
        </p:nvSpPr>
        <p:spPr>
          <a:xfrm>
            <a:off x="540000" y="280800"/>
            <a:ext cx="7020000" cy="180000"/>
          </a:xfrm>
          <a:prstGeom prst="rect">
            <a:avLst/>
          </a:prstGeom>
        </p:spPr>
        <p:txBody>
          <a:bodyPr lIns="0" tIns="0" rIns="0" bIns="0">
            <a:noAutofit/>
          </a:bodyPr>
          <a:lstStyle>
            <a:lvl1pPr>
              <a:spcBef>
                <a:spcPts val="0"/>
              </a:spcBef>
              <a:defRPr sz="1200">
                <a:latin typeface="Arial" panose="020B0604020202020204" pitchFamily="34" charset="0"/>
                <a:cs typeface="Arial" panose="020B0604020202020204" pitchFamily="34" charset="0"/>
              </a:defRPr>
            </a:lvl1pPr>
          </a:lstStyle>
          <a:p>
            <a:pPr lvl="0"/>
            <a:r>
              <a:rPr lang="de-DE" dirty="0"/>
              <a:t>Inhalt aus Inhaltverzeichnis (Arial 12pt., schwarz, max. 1 Zeile)</a:t>
            </a:r>
          </a:p>
        </p:txBody>
      </p:sp>
      <p:sp>
        <p:nvSpPr>
          <p:cNvPr id="9" name="Titelplatzhalter 14">
            <a:extLst>
              <a:ext uri="{FF2B5EF4-FFF2-40B4-BE49-F238E27FC236}">
                <a16:creationId xmlns:a16="http://schemas.microsoft.com/office/drawing/2014/main" id="{C22A8075-803F-A14F-902F-5526F2DDD3F9}"/>
              </a:ext>
            </a:extLst>
          </p:cNvPr>
          <p:cNvSpPr>
            <a:spLocks noGrp="1"/>
          </p:cNvSpPr>
          <p:nvPr>
            <p:ph type="title" hasCustomPrompt="1"/>
          </p:nvPr>
        </p:nvSpPr>
        <p:spPr>
          <a:xfrm>
            <a:off x="540000" y="680400"/>
            <a:ext cx="7020000" cy="410369"/>
          </a:xfrm>
          <a:prstGeom prst="rect">
            <a:avLst/>
          </a:prstGeom>
        </p:spPr>
        <p:txBody>
          <a:bodyPr vert="horz" lIns="0" tIns="0" rIns="0" bIns="0" rtlCol="0" anchor="t">
            <a:spAutoFit/>
          </a:bodyPr>
          <a:lstStyle>
            <a:lvl1pPr>
              <a:defRPr/>
            </a:lvl1pPr>
          </a:lstStyle>
          <a:p>
            <a:r>
              <a:rPr lang="de-DE" dirty="0"/>
              <a:t>Titel A (Arial 28pt., rot, max. 1 Zeile) </a:t>
            </a:r>
          </a:p>
        </p:txBody>
      </p:sp>
    </p:spTree>
    <p:extLst>
      <p:ext uri="{BB962C8B-B14F-4D97-AF65-F5344CB8AC3E}">
        <p14:creationId xmlns:p14="http://schemas.microsoft.com/office/powerpoint/2010/main" val="11092667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b: Text-Folie 2 Spalten">
    <p:spTree>
      <p:nvGrpSpPr>
        <p:cNvPr id="1" name=""/>
        <p:cNvGrpSpPr/>
        <p:nvPr/>
      </p:nvGrpSpPr>
      <p:grpSpPr>
        <a:xfrm>
          <a:off x="0" y="0"/>
          <a:ext cx="0" cy="0"/>
          <a:chOff x="0" y="0"/>
          <a:chExt cx="0" cy="0"/>
        </a:xfrm>
      </p:grpSpPr>
      <p:sp>
        <p:nvSpPr>
          <p:cNvPr id="4" name="Textplatzhalter 2">
            <a:extLst>
              <a:ext uri="{FF2B5EF4-FFF2-40B4-BE49-F238E27FC236}">
                <a16:creationId xmlns:a16="http://schemas.microsoft.com/office/drawing/2014/main" id="{E8DF8EC7-1228-E54F-AEA8-B9FA57ED0474}"/>
              </a:ext>
            </a:extLst>
          </p:cNvPr>
          <p:cNvSpPr>
            <a:spLocks noGrp="1"/>
          </p:cNvSpPr>
          <p:nvPr>
            <p:ph type="body" idx="11" hasCustomPrompt="1"/>
          </p:nvPr>
        </p:nvSpPr>
        <p:spPr>
          <a:xfrm>
            <a:off x="540000" y="1170000"/>
            <a:ext cx="7020000" cy="410369"/>
          </a:xfrm>
          <a:prstGeom prst="rect">
            <a:avLst/>
          </a:prstGeom>
        </p:spPr>
        <p:txBody>
          <a:bodyPr lIns="0" tIns="0" rIns="0" bIns="0" anchor="t">
            <a:noAutofit/>
          </a:bodyPr>
          <a:lstStyle>
            <a:lvl1pPr marL="0" marR="0" indent="0" algn="l" defTabSz="914377" rtl="0" eaLnBrk="1" fontAlgn="auto" latinLnBrk="0" hangingPunct="1">
              <a:lnSpc>
                <a:spcPts val="3200"/>
              </a:lnSpc>
              <a:spcBef>
                <a:spcPts val="0"/>
              </a:spcBef>
              <a:spcAft>
                <a:spcPts val="0"/>
              </a:spcAft>
              <a:buClrTx/>
              <a:buSzTx/>
              <a:buFont typeface="Arial" panose="020B0604020202020204" pitchFamily="34" charset="0"/>
              <a:buNone/>
              <a:tabLst/>
              <a:defRPr sz="280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de-DE" dirty="0"/>
              <a:t>Titel B (Arial 28pt., schwarz, max. 1 Zeile) </a:t>
            </a:r>
          </a:p>
        </p:txBody>
      </p:sp>
      <p:sp>
        <p:nvSpPr>
          <p:cNvPr id="22" name="Textplatzhalter 21">
            <a:extLst>
              <a:ext uri="{FF2B5EF4-FFF2-40B4-BE49-F238E27FC236}">
                <a16:creationId xmlns:a16="http://schemas.microsoft.com/office/drawing/2014/main" id="{3AE95407-6558-2D43-AAF2-1E121E6601AF}"/>
              </a:ext>
            </a:extLst>
          </p:cNvPr>
          <p:cNvSpPr>
            <a:spLocks noGrp="1"/>
          </p:cNvSpPr>
          <p:nvPr>
            <p:ph type="body" sz="quarter" idx="20" hasCustomPrompt="1"/>
          </p:nvPr>
        </p:nvSpPr>
        <p:spPr>
          <a:xfrm>
            <a:off x="540000" y="280800"/>
            <a:ext cx="7020000" cy="180000"/>
          </a:xfrm>
          <a:prstGeom prst="rect">
            <a:avLst/>
          </a:prstGeom>
        </p:spPr>
        <p:txBody>
          <a:bodyPr lIns="0" tIns="0" rIns="0" bIns="0">
            <a:noAutofit/>
          </a:bodyPr>
          <a:lstStyle>
            <a:lvl1pPr>
              <a:spcBef>
                <a:spcPts val="0"/>
              </a:spcBef>
              <a:defRPr sz="1200">
                <a:latin typeface="Arial" panose="020B0604020202020204" pitchFamily="34" charset="0"/>
                <a:cs typeface="Arial" panose="020B0604020202020204" pitchFamily="34" charset="0"/>
              </a:defRPr>
            </a:lvl1pPr>
          </a:lstStyle>
          <a:p>
            <a:pPr lvl="0"/>
            <a:r>
              <a:rPr lang="de-DE" dirty="0"/>
              <a:t>Inhalt aus Inhaltverzeichnis (Arial 12pt., schwarz, max. 1 Zeile)</a:t>
            </a:r>
          </a:p>
        </p:txBody>
      </p:sp>
      <p:sp>
        <p:nvSpPr>
          <p:cNvPr id="9" name="Titelplatzhalter 14">
            <a:extLst>
              <a:ext uri="{FF2B5EF4-FFF2-40B4-BE49-F238E27FC236}">
                <a16:creationId xmlns:a16="http://schemas.microsoft.com/office/drawing/2014/main" id="{C22A8075-803F-A14F-902F-5526F2DDD3F9}"/>
              </a:ext>
            </a:extLst>
          </p:cNvPr>
          <p:cNvSpPr>
            <a:spLocks noGrp="1"/>
          </p:cNvSpPr>
          <p:nvPr>
            <p:ph type="title" hasCustomPrompt="1"/>
          </p:nvPr>
        </p:nvSpPr>
        <p:spPr>
          <a:xfrm>
            <a:off x="540000" y="680400"/>
            <a:ext cx="7020000" cy="410369"/>
          </a:xfrm>
          <a:prstGeom prst="rect">
            <a:avLst/>
          </a:prstGeom>
        </p:spPr>
        <p:txBody>
          <a:bodyPr vert="horz" lIns="0" tIns="0" rIns="0" bIns="0" rtlCol="0" anchor="t">
            <a:spAutoFit/>
          </a:bodyPr>
          <a:lstStyle>
            <a:lvl1pPr>
              <a:defRPr/>
            </a:lvl1pPr>
          </a:lstStyle>
          <a:p>
            <a:r>
              <a:rPr lang="de-DE" dirty="0"/>
              <a:t>Titel A (Arial 28pt., rot, max. 1 Zeile) </a:t>
            </a:r>
          </a:p>
        </p:txBody>
      </p:sp>
      <p:sp>
        <p:nvSpPr>
          <p:cNvPr id="10" name="Inhaltsplatzhalter 2">
            <a:extLst>
              <a:ext uri="{FF2B5EF4-FFF2-40B4-BE49-F238E27FC236}">
                <a16:creationId xmlns:a16="http://schemas.microsoft.com/office/drawing/2014/main" id="{770AC922-6444-A942-98D8-039519360B14}"/>
              </a:ext>
            </a:extLst>
          </p:cNvPr>
          <p:cNvSpPr>
            <a:spLocks noGrp="1"/>
          </p:cNvSpPr>
          <p:nvPr>
            <p:ph sz="half" idx="1" hasCustomPrompt="1"/>
          </p:nvPr>
        </p:nvSpPr>
        <p:spPr>
          <a:xfrm>
            <a:off x="540000" y="2167200"/>
            <a:ext cx="3727200" cy="2590800"/>
          </a:xfrm>
          <a:prstGeom prst="rect">
            <a:avLst/>
          </a:prstGeom>
        </p:spPr>
        <p:txBody>
          <a:bodyPr lIns="0" tIns="0" rIns="0" bIns="0"/>
          <a:lstStyle>
            <a:lvl1pPr marL="268288" indent="-261938">
              <a:buFont typeface="Symbol" pitchFamily="2" charset="2"/>
              <a:buChar char="-"/>
              <a:tabLst/>
              <a:defRPr sz="2000">
                <a:latin typeface="Arial" panose="020B0604020202020204" pitchFamily="34" charset="0"/>
                <a:cs typeface="Arial" panose="020B0604020202020204" pitchFamily="34" charset="0"/>
              </a:defRPr>
            </a:lvl1pPr>
            <a:lvl2pPr marL="268288" indent="-261938">
              <a:buFont typeface="Symbol" pitchFamily="2" charset="2"/>
              <a:buChar char="-"/>
              <a:tabLst/>
              <a:defRPr sz="2400">
                <a:latin typeface="Arial" panose="020B0604020202020204" pitchFamily="34" charset="0"/>
                <a:cs typeface="Arial" panose="020B0604020202020204" pitchFamily="34" charset="0"/>
              </a:defRPr>
            </a:lvl2pPr>
            <a:lvl3pPr marL="666750" indent="-222250">
              <a:buFont typeface="Symbol" pitchFamily="2" charset="2"/>
              <a:buChar char="-"/>
              <a:tabLst/>
              <a:defRPr sz="1800">
                <a:latin typeface="Arial" panose="020B0604020202020204" pitchFamily="34" charset="0"/>
                <a:cs typeface="Arial" panose="020B0604020202020204" pitchFamily="34" charset="0"/>
              </a:defRPr>
            </a:lvl3pPr>
            <a:lvl4pPr marL="1069975" indent="-180975">
              <a:buFont typeface="Symbol" pitchFamily="2" charset="2"/>
              <a:buChar char="-"/>
              <a:tabLst/>
              <a:defRPr sz="1600">
                <a:latin typeface="Arial" panose="020B0604020202020204" pitchFamily="34" charset="0"/>
                <a:cs typeface="Arial" panose="020B0604020202020204" pitchFamily="34" charset="0"/>
              </a:defRPr>
            </a:lvl4pPr>
            <a:lvl5pPr marL="1828800" indent="0">
              <a:buNone/>
              <a:defRPr sz="1800"/>
            </a:lvl5pPr>
            <a:lvl6pPr>
              <a:defRPr sz="1800"/>
            </a:lvl6pPr>
            <a:lvl7pPr>
              <a:defRPr sz="1800"/>
            </a:lvl7pPr>
            <a:lvl8pPr>
              <a:defRPr sz="1800"/>
            </a:lvl8pPr>
            <a:lvl9pPr>
              <a:defRPr sz="1800"/>
            </a:lvl9pPr>
          </a:lstStyle>
          <a:p>
            <a:pPr lvl="0"/>
            <a:r>
              <a:rPr lang="de-DE" dirty="0"/>
              <a:t>1. Ebene 20pt.</a:t>
            </a:r>
          </a:p>
          <a:p>
            <a:pPr lvl="2"/>
            <a:r>
              <a:rPr lang="de-DE" dirty="0"/>
              <a:t>2. Ebene 18pt.</a:t>
            </a:r>
          </a:p>
          <a:p>
            <a:pPr lvl="2"/>
            <a:r>
              <a:rPr lang="de-DE" dirty="0"/>
              <a:t>2. Ebene</a:t>
            </a:r>
          </a:p>
          <a:p>
            <a:pPr lvl="3"/>
            <a:r>
              <a:rPr lang="de-DE" dirty="0"/>
              <a:t>3. Ebene 16pt.</a:t>
            </a:r>
          </a:p>
          <a:p>
            <a:pPr lvl="3"/>
            <a:r>
              <a:rPr lang="de-DE" dirty="0"/>
              <a:t>3. Ebene</a:t>
            </a:r>
          </a:p>
          <a:p>
            <a:pPr lvl="3"/>
            <a:r>
              <a:rPr lang="de-DE" dirty="0"/>
              <a:t>3. Ebene</a:t>
            </a:r>
            <a:endParaRPr lang="de-CH" dirty="0"/>
          </a:p>
          <a:p>
            <a:pPr lvl="3"/>
            <a:endParaRPr lang="de-CH" dirty="0"/>
          </a:p>
        </p:txBody>
      </p:sp>
      <p:sp>
        <p:nvSpPr>
          <p:cNvPr id="7" name="Inhaltsplatzhalter 2">
            <a:extLst>
              <a:ext uri="{FF2B5EF4-FFF2-40B4-BE49-F238E27FC236}">
                <a16:creationId xmlns:a16="http://schemas.microsoft.com/office/drawing/2014/main" id="{F2B75F21-AF2E-9341-B9E7-91E3CDFAE52D}"/>
              </a:ext>
            </a:extLst>
          </p:cNvPr>
          <p:cNvSpPr>
            <a:spLocks noGrp="1"/>
          </p:cNvSpPr>
          <p:nvPr>
            <p:ph sz="half" idx="21" hasCustomPrompt="1"/>
          </p:nvPr>
        </p:nvSpPr>
        <p:spPr>
          <a:xfrm>
            <a:off x="4876800" y="2167200"/>
            <a:ext cx="3727200" cy="2590800"/>
          </a:xfrm>
          <a:prstGeom prst="rect">
            <a:avLst/>
          </a:prstGeom>
        </p:spPr>
        <p:txBody>
          <a:bodyPr lIns="0" tIns="0" rIns="0" bIns="0"/>
          <a:lstStyle>
            <a:lvl1pPr marL="268288" indent="-261938">
              <a:buFont typeface="Symbol" pitchFamily="2" charset="2"/>
              <a:buChar char="-"/>
              <a:tabLst/>
              <a:defRPr sz="2000">
                <a:latin typeface="Arial" panose="020B0604020202020204" pitchFamily="34" charset="0"/>
                <a:cs typeface="Arial" panose="020B0604020202020204" pitchFamily="34" charset="0"/>
              </a:defRPr>
            </a:lvl1pPr>
            <a:lvl2pPr marL="268288" indent="-261938">
              <a:buFont typeface="Symbol" pitchFamily="2" charset="2"/>
              <a:buChar char="-"/>
              <a:tabLst/>
              <a:defRPr sz="2400">
                <a:latin typeface="Arial" panose="020B0604020202020204" pitchFamily="34" charset="0"/>
                <a:cs typeface="Arial" panose="020B0604020202020204" pitchFamily="34" charset="0"/>
              </a:defRPr>
            </a:lvl2pPr>
            <a:lvl3pPr marL="666750" indent="-222250">
              <a:buFont typeface="Symbol" pitchFamily="2" charset="2"/>
              <a:buChar char="-"/>
              <a:tabLst/>
              <a:defRPr sz="1800">
                <a:latin typeface="Arial" panose="020B0604020202020204" pitchFamily="34" charset="0"/>
                <a:cs typeface="Arial" panose="020B0604020202020204" pitchFamily="34" charset="0"/>
              </a:defRPr>
            </a:lvl3pPr>
            <a:lvl4pPr marL="1069975" indent="-176213">
              <a:buFont typeface="Symbol" pitchFamily="2" charset="2"/>
              <a:buChar char="-"/>
              <a:tabLst/>
              <a:defRPr sz="1600">
                <a:latin typeface="Arial" panose="020B0604020202020204" pitchFamily="34" charset="0"/>
                <a:cs typeface="Arial" panose="020B0604020202020204" pitchFamily="34" charset="0"/>
              </a:defRPr>
            </a:lvl4pPr>
            <a:lvl5pPr marL="1828800" indent="0">
              <a:buNone/>
              <a:defRPr sz="1800"/>
            </a:lvl5pPr>
            <a:lvl6pPr>
              <a:defRPr sz="1800"/>
            </a:lvl6pPr>
            <a:lvl7pPr>
              <a:defRPr sz="1800"/>
            </a:lvl7pPr>
            <a:lvl8pPr>
              <a:defRPr sz="1800"/>
            </a:lvl8pPr>
            <a:lvl9pPr>
              <a:defRPr sz="1800"/>
            </a:lvl9pPr>
          </a:lstStyle>
          <a:p>
            <a:pPr lvl="0"/>
            <a:r>
              <a:rPr lang="de-DE" dirty="0"/>
              <a:t>1. Ebene 20pt.</a:t>
            </a:r>
          </a:p>
          <a:p>
            <a:pPr lvl="2"/>
            <a:r>
              <a:rPr lang="de-DE" dirty="0"/>
              <a:t>2. Ebene 18pt.</a:t>
            </a:r>
          </a:p>
          <a:p>
            <a:pPr lvl="2"/>
            <a:r>
              <a:rPr lang="de-DE" dirty="0"/>
              <a:t>2. Ebene</a:t>
            </a:r>
          </a:p>
          <a:p>
            <a:pPr lvl="3"/>
            <a:r>
              <a:rPr lang="de-DE" dirty="0"/>
              <a:t>3. Ebene 16pt.</a:t>
            </a:r>
          </a:p>
          <a:p>
            <a:pPr lvl="3"/>
            <a:r>
              <a:rPr lang="de-DE" dirty="0"/>
              <a:t>3. Ebene</a:t>
            </a:r>
          </a:p>
          <a:p>
            <a:pPr lvl="3"/>
            <a:r>
              <a:rPr lang="de-DE" dirty="0"/>
              <a:t>3. Ebene</a:t>
            </a:r>
            <a:endParaRPr lang="de-CH" dirty="0"/>
          </a:p>
          <a:p>
            <a:pPr lvl="3"/>
            <a:endParaRPr lang="de-CH" dirty="0"/>
          </a:p>
        </p:txBody>
      </p:sp>
    </p:spTree>
    <p:extLst>
      <p:ext uri="{BB962C8B-B14F-4D97-AF65-F5344CB8AC3E}">
        <p14:creationId xmlns:p14="http://schemas.microsoft.com/office/powerpoint/2010/main" val="15641472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 Text-Folie mit Bild">
    <p:spTree>
      <p:nvGrpSpPr>
        <p:cNvPr id="1" name=""/>
        <p:cNvGrpSpPr/>
        <p:nvPr/>
      </p:nvGrpSpPr>
      <p:grpSpPr>
        <a:xfrm>
          <a:off x="0" y="0"/>
          <a:ext cx="0" cy="0"/>
          <a:chOff x="0" y="0"/>
          <a:chExt cx="0" cy="0"/>
        </a:xfrm>
      </p:grpSpPr>
      <p:sp>
        <p:nvSpPr>
          <p:cNvPr id="13" name="Inhaltsplatzhalter 2">
            <a:extLst>
              <a:ext uri="{FF2B5EF4-FFF2-40B4-BE49-F238E27FC236}">
                <a16:creationId xmlns:a16="http://schemas.microsoft.com/office/drawing/2014/main" id="{66E1B1B3-D081-AB43-BE21-0F61E2F2D9D8}"/>
              </a:ext>
            </a:extLst>
          </p:cNvPr>
          <p:cNvSpPr>
            <a:spLocks noGrp="1"/>
          </p:cNvSpPr>
          <p:nvPr>
            <p:ph sz="half" idx="1" hasCustomPrompt="1"/>
          </p:nvPr>
        </p:nvSpPr>
        <p:spPr>
          <a:xfrm>
            <a:off x="4572000" y="1925998"/>
            <a:ext cx="4572000" cy="3060000"/>
          </a:xfrm>
          <a:prstGeom prst="rect">
            <a:avLst/>
          </a:prstGeom>
          <a:solidFill>
            <a:schemeClr val="bg1">
              <a:lumMod val="75000"/>
            </a:schemeClr>
          </a:solidFill>
        </p:spPr>
        <p:txBody>
          <a:bodyPr lIns="0" tIns="0" rIns="0" bIns="0"/>
          <a:lstStyle>
            <a:lvl1pPr marL="0" indent="0">
              <a:buNone/>
              <a:defRPr sz="2000">
                <a:latin typeface="Arial" panose="020B0604020202020204" pitchFamily="34" charset="0"/>
                <a:cs typeface="Arial" panose="020B0604020202020204" pitchFamily="34" charset="0"/>
              </a:defRPr>
            </a:lvl1pPr>
          </a:lstStyle>
          <a:p>
            <a:pPr lvl="0"/>
            <a:r>
              <a:rPr lang="de-DE" dirty="0"/>
              <a:t> Media Platzhalter: 12.7 (b) x 8.5 (h) cm </a:t>
            </a:r>
          </a:p>
        </p:txBody>
      </p:sp>
      <p:sp>
        <p:nvSpPr>
          <p:cNvPr id="4" name="Textplatzhalter 2">
            <a:extLst>
              <a:ext uri="{FF2B5EF4-FFF2-40B4-BE49-F238E27FC236}">
                <a16:creationId xmlns:a16="http://schemas.microsoft.com/office/drawing/2014/main" id="{E8DF8EC7-1228-E54F-AEA8-B9FA57ED0474}"/>
              </a:ext>
            </a:extLst>
          </p:cNvPr>
          <p:cNvSpPr>
            <a:spLocks noGrp="1"/>
          </p:cNvSpPr>
          <p:nvPr>
            <p:ph type="body" idx="11" hasCustomPrompt="1"/>
          </p:nvPr>
        </p:nvSpPr>
        <p:spPr>
          <a:xfrm>
            <a:off x="540000" y="1170000"/>
            <a:ext cx="7020000" cy="410369"/>
          </a:xfrm>
          <a:prstGeom prst="rect">
            <a:avLst/>
          </a:prstGeom>
        </p:spPr>
        <p:txBody>
          <a:bodyPr lIns="0" tIns="0" rIns="0" bIns="0" anchor="t">
            <a:spAutoFit/>
          </a:bodyPr>
          <a:lstStyle>
            <a:lvl1pPr marL="0" indent="0">
              <a:lnSpc>
                <a:spcPts val="3200"/>
              </a:lnSpc>
              <a:spcBef>
                <a:spcPts val="0"/>
              </a:spcBef>
              <a:buNone/>
              <a:defRPr sz="280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de-DE" dirty="0"/>
              <a:t>Titel B (Arial 28pt., schwarz, max. 1 Zeile) </a:t>
            </a:r>
          </a:p>
        </p:txBody>
      </p:sp>
      <p:sp>
        <p:nvSpPr>
          <p:cNvPr id="17" name="Textplatzhalter 16">
            <a:extLst>
              <a:ext uri="{FF2B5EF4-FFF2-40B4-BE49-F238E27FC236}">
                <a16:creationId xmlns:a16="http://schemas.microsoft.com/office/drawing/2014/main" id="{723164D8-30C4-CA40-B858-A93802E24BA8}"/>
              </a:ext>
            </a:extLst>
          </p:cNvPr>
          <p:cNvSpPr>
            <a:spLocks noGrp="1"/>
          </p:cNvSpPr>
          <p:nvPr>
            <p:ph type="body" sz="quarter" idx="16" hasCustomPrompt="1"/>
          </p:nvPr>
        </p:nvSpPr>
        <p:spPr>
          <a:xfrm>
            <a:off x="540000" y="2160000"/>
            <a:ext cx="3726000" cy="180000"/>
          </a:xfrm>
          <a:prstGeom prst="rect">
            <a:avLst/>
          </a:prstGeom>
        </p:spPr>
        <p:txBody>
          <a:bodyPr lIns="0" tIns="0" rIns="0" bIns="0"/>
          <a:lstStyle>
            <a:lvl1pPr>
              <a:lnSpc>
                <a:spcPts val="1800"/>
              </a:lnSpc>
              <a:spcBef>
                <a:spcPts val="0"/>
              </a:spcBef>
              <a:defRPr sz="1600" b="1">
                <a:latin typeface="Arial" panose="020B0604020202020204" pitchFamily="34" charset="0"/>
                <a:cs typeface="Arial" panose="020B0604020202020204" pitchFamily="34" charset="0"/>
              </a:defRPr>
            </a:lvl1pPr>
          </a:lstStyle>
          <a:p>
            <a:pPr lvl="0"/>
            <a:r>
              <a:rPr lang="de-DE" dirty="0"/>
              <a:t>Aussage 1: Arial Fett 16pt.</a:t>
            </a:r>
          </a:p>
        </p:txBody>
      </p:sp>
      <p:sp>
        <p:nvSpPr>
          <p:cNvPr id="18" name="Textplatzhalter 16">
            <a:extLst>
              <a:ext uri="{FF2B5EF4-FFF2-40B4-BE49-F238E27FC236}">
                <a16:creationId xmlns:a16="http://schemas.microsoft.com/office/drawing/2014/main" id="{B040411C-234A-814D-906D-923A34543F9B}"/>
              </a:ext>
            </a:extLst>
          </p:cNvPr>
          <p:cNvSpPr>
            <a:spLocks noGrp="1"/>
          </p:cNvSpPr>
          <p:nvPr>
            <p:ph type="body" sz="quarter" idx="17" hasCustomPrompt="1"/>
          </p:nvPr>
        </p:nvSpPr>
        <p:spPr>
          <a:xfrm>
            <a:off x="540000" y="2430000"/>
            <a:ext cx="3726000" cy="2340000"/>
          </a:xfrm>
          <a:prstGeom prst="rect">
            <a:avLst/>
          </a:prstGeom>
        </p:spPr>
        <p:txBody>
          <a:bodyPr lIns="0" tIns="0" rIns="0" bIns="0"/>
          <a:lstStyle>
            <a:lvl1pPr>
              <a:lnSpc>
                <a:spcPts val="2000"/>
              </a:lnSpc>
              <a:spcBef>
                <a:spcPts val="0"/>
              </a:spcBef>
              <a:defRPr sz="1600" b="0">
                <a:latin typeface="Arial" panose="020B0604020202020204" pitchFamily="34" charset="0"/>
                <a:cs typeface="Arial" panose="020B0604020202020204" pitchFamily="34" charset="0"/>
              </a:defRPr>
            </a:lvl1pPr>
          </a:lstStyle>
          <a:p>
            <a:pPr lvl="0"/>
            <a:r>
              <a:rPr lang="de-DE" dirty="0" err="1"/>
              <a:t>Fliesstext</a:t>
            </a:r>
            <a:r>
              <a:rPr lang="de-DE" dirty="0"/>
              <a:t> 1: Arial 16/20pt.</a:t>
            </a:r>
          </a:p>
        </p:txBody>
      </p:sp>
      <p:sp>
        <p:nvSpPr>
          <p:cNvPr id="22" name="Textplatzhalter 21">
            <a:extLst>
              <a:ext uri="{FF2B5EF4-FFF2-40B4-BE49-F238E27FC236}">
                <a16:creationId xmlns:a16="http://schemas.microsoft.com/office/drawing/2014/main" id="{3AE95407-6558-2D43-AAF2-1E121E6601AF}"/>
              </a:ext>
            </a:extLst>
          </p:cNvPr>
          <p:cNvSpPr>
            <a:spLocks noGrp="1"/>
          </p:cNvSpPr>
          <p:nvPr>
            <p:ph type="body" sz="quarter" idx="20" hasCustomPrompt="1"/>
          </p:nvPr>
        </p:nvSpPr>
        <p:spPr>
          <a:xfrm>
            <a:off x="540000" y="280800"/>
            <a:ext cx="7020000" cy="166199"/>
          </a:xfrm>
          <a:prstGeom prst="rect">
            <a:avLst/>
          </a:prstGeom>
        </p:spPr>
        <p:txBody>
          <a:bodyPr lIns="0" tIns="0" rIns="0" bIns="0">
            <a:spAutoFit/>
          </a:bodyPr>
          <a:lstStyle>
            <a:lvl1pPr marL="0" marR="0" indent="0" algn="l" defTabSz="914377" rtl="0" eaLnBrk="1" fontAlgn="auto" latinLnBrk="0" hangingPunct="1">
              <a:lnSpc>
                <a:spcPct val="90000"/>
              </a:lnSpc>
              <a:spcBef>
                <a:spcPts val="0"/>
              </a:spcBef>
              <a:spcAft>
                <a:spcPts val="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stStyle>
          <a:p>
            <a:pPr marL="0" marR="0" lvl="0" indent="0" algn="l" defTabSz="914377" rtl="0" eaLnBrk="1" fontAlgn="auto" latinLnBrk="0" hangingPunct="1">
              <a:lnSpc>
                <a:spcPct val="90000"/>
              </a:lnSpc>
              <a:spcBef>
                <a:spcPts val="0"/>
              </a:spcBef>
              <a:spcAft>
                <a:spcPts val="0"/>
              </a:spcAft>
              <a:buClrTx/>
              <a:buSzTx/>
              <a:buFont typeface="Arial" panose="020B0604020202020204" pitchFamily="34" charset="0"/>
              <a:buNone/>
              <a:tabLst/>
              <a:defRPr/>
            </a:pPr>
            <a:r>
              <a:rPr lang="de-DE" dirty="0"/>
              <a:t>Inhalt aus Inhaltverzeichnis (Arial 12pt., schwarz, max. 1 Zeile)</a:t>
            </a:r>
          </a:p>
        </p:txBody>
      </p:sp>
      <p:sp>
        <p:nvSpPr>
          <p:cNvPr id="8" name="Titelplatzhalter 14">
            <a:extLst>
              <a:ext uri="{FF2B5EF4-FFF2-40B4-BE49-F238E27FC236}">
                <a16:creationId xmlns:a16="http://schemas.microsoft.com/office/drawing/2014/main" id="{5170EE32-28A9-F84A-AD01-7B8166009F81}"/>
              </a:ext>
            </a:extLst>
          </p:cNvPr>
          <p:cNvSpPr>
            <a:spLocks noGrp="1"/>
          </p:cNvSpPr>
          <p:nvPr>
            <p:ph type="title" hasCustomPrompt="1"/>
          </p:nvPr>
        </p:nvSpPr>
        <p:spPr>
          <a:xfrm>
            <a:off x="540000" y="680400"/>
            <a:ext cx="7020000" cy="410369"/>
          </a:xfrm>
          <a:prstGeom prst="rect">
            <a:avLst/>
          </a:prstGeom>
        </p:spPr>
        <p:txBody>
          <a:bodyPr vert="horz" lIns="0" tIns="0" rIns="0" bIns="0" rtlCol="0" anchor="t">
            <a:spAutoFit/>
          </a:bodyPr>
          <a:lstStyle>
            <a:lvl1pPr>
              <a:defRPr/>
            </a:lvl1pPr>
          </a:lstStyle>
          <a:p>
            <a:r>
              <a:rPr lang="de-DE" dirty="0"/>
              <a:t>Titel A (Arial 28pt., rot, max. 1 Zeile) </a:t>
            </a:r>
          </a:p>
        </p:txBody>
      </p:sp>
    </p:spTree>
    <p:extLst>
      <p:ext uri="{BB962C8B-B14F-4D97-AF65-F5344CB8AC3E}">
        <p14:creationId xmlns:p14="http://schemas.microsoft.com/office/powerpoint/2010/main" val="4233781139"/>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a: Folie für Grafik/Bild">
    <p:spTree>
      <p:nvGrpSpPr>
        <p:cNvPr id="1" name=""/>
        <p:cNvGrpSpPr/>
        <p:nvPr/>
      </p:nvGrpSpPr>
      <p:grpSpPr>
        <a:xfrm>
          <a:off x="0" y="0"/>
          <a:ext cx="0" cy="0"/>
          <a:chOff x="0" y="0"/>
          <a:chExt cx="0" cy="0"/>
        </a:xfrm>
      </p:grpSpPr>
      <p:sp>
        <p:nvSpPr>
          <p:cNvPr id="6" name="Inhaltsplatzhalter 2">
            <a:extLst>
              <a:ext uri="{FF2B5EF4-FFF2-40B4-BE49-F238E27FC236}">
                <a16:creationId xmlns:a16="http://schemas.microsoft.com/office/drawing/2014/main" id="{90318CE9-39BE-CB41-9E7E-545A530383E2}"/>
              </a:ext>
            </a:extLst>
          </p:cNvPr>
          <p:cNvSpPr>
            <a:spLocks noGrp="1"/>
          </p:cNvSpPr>
          <p:nvPr>
            <p:ph sz="half" idx="1" hasCustomPrompt="1"/>
          </p:nvPr>
        </p:nvSpPr>
        <p:spPr>
          <a:xfrm>
            <a:off x="0" y="1926000"/>
            <a:ext cx="9144000" cy="3060000"/>
          </a:xfrm>
          <a:prstGeom prst="rect">
            <a:avLst/>
          </a:prstGeom>
          <a:solidFill>
            <a:schemeClr val="bg1">
              <a:lumMod val="85000"/>
            </a:schemeClr>
          </a:solidFill>
        </p:spPr>
        <p:txBody>
          <a:bodyPr lIns="0" tIns="0" rIns="0" bIns="0"/>
          <a:lstStyle>
            <a:lvl1pPr marL="0" indent="0">
              <a:buNone/>
              <a:defRPr sz="2000">
                <a:latin typeface="Arial" panose="020B0604020202020204" pitchFamily="34" charset="0"/>
                <a:cs typeface="Arial" panose="020B0604020202020204" pitchFamily="34" charset="0"/>
              </a:defRPr>
            </a:lvl1pPr>
          </a:lstStyle>
          <a:p>
            <a:pPr lvl="0"/>
            <a:r>
              <a:rPr lang="de-DE" dirty="0"/>
              <a:t>        Media Platzhalter: 25.4 (b) x 8.5 (h) cm </a:t>
            </a:r>
          </a:p>
        </p:txBody>
      </p:sp>
      <p:sp>
        <p:nvSpPr>
          <p:cNvPr id="5" name="Textplatzhalter 2">
            <a:extLst>
              <a:ext uri="{FF2B5EF4-FFF2-40B4-BE49-F238E27FC236}">
                <a16:creationId xmlns:a16="http://schemas.microsoft.com/office/drawing/2014/main" id="{4A7E35E8-11B1-964A-B3B7-ABCDE11750B9}"/>
              </a:ext>
            </a:extLst>
          </p:cNvPr>
          <p:cNvSpPr>
            <a:spLocks noGrp="1"/>
          </p:cNvSpPr>
          <p:nvPr>
            <p:ph type="body" idx="11" hasCustomPrompt="1"/>
          </p:nvPr>
        </p:nvSpPr>
        <p:spPr>
          <a:xfrm>
            <a:off x="540000" y="1170000"/>
            <a:ext cx="7020000" cy="410369"/>
          </a:xfrm>
          <a:prstGeom prst="rect">
            <a:avLst/>
          </a:prstGeom>
        </p:spPr>
        <p:txBody>
          <a:bodyPr lIns="0" tIns="0" rIns="0" bIns="0" anchor="t">
            <a:spAutoFit/>
          </a:bodyPr>
          <a:lstStyle>
            <a:lvl1pPr marL="0" marR="0" indent="0" algn="l" defTabSz="914377" rtl="0" eaLnBrk="1" fontAlgn="auto" latinLnBrk="0" hangingPunct="1">
              <a:lnSpc>
                <a:spcPts val="3200"/>
              </a:lnSpc>
              <a:spcBef>
                <a:spcPts val="0"/>
              </a:spcBef>
              <a:spcAft>
                <a:spcPts val="0"/>
              </a:spcAft>
              <a:buClrTx/>
              <a:buSzTx/>
              <a:buFont typeface="Arial" panose="020B0604020202020204" pitchFamily="34" charset="0"/>
              <a:buNone/>
              <a:tabLst/>
              <a:defRPr sz="280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de-DE" dirty="0"/>
              <a:t>Titel B (Arial 28pt., schwarz, max. 1 Zeile) </a:t>
            </a:r>
          </a:p>
        </p:txBody>
      </p:sp>
      <p:sp>
        <p:nvSpPr>
          <p:cNvPr id="8" name="Textplatzhalter 21">
            <a:extLst>
              <a:ext uri="{FF2B5EF4-FFF2-40B4-BE49-F238E27FC236}">
                <a16:creationId xmlns:a16="http://schemas.microsoft.com/office/drawing/2014/main" id="{601A40B5-7701-6547-8618-E74203A19E99}"/>
              </a:ext>
            </a:extLst>
          </p:cNvPr>
          <p:cNvSpPr>
            <a:spLocks noGrp="1"/>
          </p:cNvSpPr>
          <p:nvPr>
            <p:ph type="body" sz="quarter" idx="20" hasCustomPrompt="1"/>
          </p:nvPr>
        </p:nvSpPr>
        <p:spPr>
          <a:xfrm>
            <a:off x="540000" y="280800"/>
            <a:ext cx="7020000" cy="166199"/>
          </a:xfrm>
          <a:prstGeom prst="rect">
            <a:avLst/>
          </a:prstGeom>
        </p:spPr>
        <p:txBody>
          <a:bodyPr lIns="0" tIns="0" rIns="0" bIns="0">
            <a:spAutoFit/>
          </a:bodyPr>
          <a:lstStyle>
            <a:lvl1pPr marL="0" marR="0" indent="0" algn="l" defTabSz="914377" rtl="0" eaLnBrk="1" fontAlgn="auto" latinLnBrk="0" hangingPunct="1">
              <a:lnSpc>
                <a:spcPct val="90000"/>
              </a:lnSpc>
              <a:spcBef>
                <a:spcPts val="0"/>
              </a:spcBef>
              <a:spcAft>
                <a:spcPts val="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stStyle>
          <a:p>
            <a:pPr marL="0" marR="0" lvl="0" indent="0" algn="l" defTabSz="914377" rtl="0" eaLnBrk="1" fontAlgn="auto" latinLnBrk="0" hangingPunct="1">
              <a:lnSpc>
                <a:spcPct val="90000"/>
              </a:lnSpc>
              <a:spcBef>
                <a:spcPts val="0"/>
              </a:spcBef>
              <a:spcAft>
                <a:spcPts val="0"/>
              </a:spcAft>
              <a:buClrTx/>
              <a:buSzTx/>
              <a:buFont typeface="Arial" panose="020B0604020202020204" pitchFamily="34" charset="0"/>
              <a:buNone/>
              <a:tabLst/>
              <a:defRPr/>
            </a:pPr>
            <a:r>
              <a:rPr lang="de-DE" dirty="0"/>
              <a:t>Inhalt aus Inhaltverzeichnis (Arial 12pt., schwarz, max. 1 Zeile)</a:t>
            </a:r>
          </a:p>
        </p:txBody>
      </p:sp>
      <p:sp>
        <p:nvSpPr>
          <p:cNvPr id="7" name="Titelplatzhalter 14">
            <a:extLst>
              <a:ext uri="{FF2B5EF4-FFF2-40B4-BE49-F238E27FC236}">
                <a16:creationId xmlns:a16="http://schemas.microsoft.com/office/drawing/2014/main" id="{CF6356AF-957D-A241-82E4-5276EE95A84E}"/>
              </a:ext>
            </a:extLst>
          </p:cNvPr>
          <p:cNvSpPr>
            <a:spLocks noGrp="1"/>
          </p:cNvSpPr>
          <p:nvPr>
            <p:ph type="title" hasCustomPrompt="1"/>
          </p:nvPr>
        </p:nvSpPr>
        <p:spPr>
          <a:xfrm>
            <a:off x="540000" y="680400"/>
            <a:ext cx="7020000" cy="410369"/>
          </a:xfrm>
          <a:prstGeom prst="rect">
            <a:avLst/>
          </a:prstGeom>
        </p:spPr>
        <p:txBody>
          <a:bodyPr vert="horz" lIns="0" tIns="0" rIns="0" bIns="0" rtlCol="0" anchor="t">
            <a:spAutoFit/>
          </a:bodyPr>
          <a:lstStyle>
            <a:lvl1pPr>
              <a:defRPr/>
            </a:lvl1pPr>
          </a:lstStyle>
          <a:p>
            <a:r>
              <a:rPr lang="de-DE" dirty="0"/>
              <a:t>Titel A (Arial 28pt., rot, max. 1 Zeile) </a:t>
            </a:r>
          </a:p>
        </p:txBody>
      </p:sp>
    </p:spTree>
    <p:extLst>
      <p:ext uri="{BB962C8B-B14F-4D97-AF65-F5344CB8AC3E}">
        <p14:creationId xmlns:p14="http://schemas.microsoft.com/office/powerpoint/2010/main" val="215783846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b: Folie für Grafik/Bild">
    <p:spTree>
      <p:nvGrpSpPr>
        <p:cNvPr id="1" name=""/>
        <p:cNvGrpSpPr/>
        <p:nvPr/>
      </p:nvGrpSpPr>
      <p:grpSpPr>
        <a:xfrm>
          <a:off x="0" y="0"/>
          <a:ext cx="0" cy="0"/>
          <a:chOff x="0" y="0"/>
          <a:chExt cx="0" cy="0"/>
        </a:xfrm>
      </p:grpSpPr>
      <p:sp>
        <p:nvSpPr>
          <p:cNvPr id="6" name="Inhaltsplatzhalter 2">
            <a:extLst>
              <a:ext uri="{FF2B5EF4-FFF2-40B4-BE49-F238E27FC236}">
                <a16:creationId xmlns:a16="http://schemas.microsoft.com/office/drawing/2014/main" id="{90318CE9-39BE-CB41-9E7E-545A530383E2}"/>
              </a:ext>
            </a:extLst>
          </p:cNvPr>
          <p:cNvSpPr>
            <a:spLocks noGrp="1"/>
          </p:cNvSpPr>
          <p:nvPr>
            <p:ph sz="half" idx="1" hasCustomPrompt="1"/>
          </p:nvPr>
        </p:nvSpPr>
        <p:spPr>
          <a:xfrm>
            <a:off x="0" y="1238250"/>
            <a:ext cx="9144000" cy="3747750"/>
          </a:xfrm>
          <a:prstGeom prst="rect">
            <a:avLst/>
          </a:prstGeom>
          <a:solidFill>
            <a:schemeClr val="bg1">
              <a:lumMod val="85000"/>
            </a:schemeClr>
          </a:solidFill>
        </p:spPr>
        <p:txBody>
          <a:bodyPr lIns="0" tIns="0" rIns="0" bIns="0"/>
          <a:lstStyle>
            <a:lvl1pPr marL="0" indent="0">
              <a:buNone/>
              <a:defRPr sz="2000">
                <a:latin typeface="Arial" panose="020B0604020202020204" pitchFamily="34" charset="0"/>
                <a:cs typeface="Arial" panose="020B0604020202020204" pitchFamily="34" charset="0"/>
              </a:defRPr>
            </a:lvl1pPr>
          </a:lstStyle>
          <a:p>
            <a:pPr lvl="0"/>
            <a:r>
              <a:rPr lang="de-DE" dirty="0"/>
              <a:t>        Media Platzhalter: 25.4 (b) x 8.5 (h) cm </a:t>
            </a:r>
          </a:p>
        </p:txBody>
      </p:sp>
      <p:sp>
        <p:nvSpPr>
          <p:cNvPr id="5" name="Textplatzhalter 2">
            <a:extLst>
              <a:ext uri="{FF2B5EF4-FFF2-40B4-BE49-F238E27FC236}">
                <a16:creationId xmlns:a16="http://schemas.microsoft.com/office/drawing/2014/main" id="{4A7E35E8-11B1-964A-B3B7-ABCDE11750B9}"/>
              </a:ext>
            </a:extLst>
          </p:cNvPr>
          <p:cNvSpPr>
            <a:spLocks noGrp="1"/>
          </p:cNvSpPr>
          <p:nvPr>
            <p:ph type="body" idx="11" hasCustomPrompt="1"/>
          </p:nvPr>
        </p:nvSpPr>
        <p:spPr>
          <a:xfrm>
            <a:off x="540000" y="680400"/>
            <a:ext cx="7020000" cy="410369"/>
          </a:xfrm>
          <a:prstGeom prst="rect">
            <a:avLst/>
          </a:prstGeom>
        </p:spPr>
        <p:txBody>
          <a:bodyPr lIns="0" tIns="0" rIns="0" bIns="0" anchor="t">
            <a:spAutoFit/>
          </a:bodyPr>
          <a:lstStyle>
            <a:lvl1pPr marL="0" marR="0" indent="0" algn="l" defTabSz="914377" rtl="0" eaLnBrk="1" fontAlgn="auto" latinLnBrk="0" hangingPunct="1">
              <a:lnSpc>
                <a:spcPts val="3200"/>
              </a:lnSpc>
              <a:spcBef>
                <a:spcPts val="0"/>
              </a:spcBef>
              <a:spcAft>
                <a:spcPts val="0"/>
              </a:spcAft>
              <a:buClrTx/>
              <a:buSzTx/>
              <a:buFont typeface="Arial" panose="020B0604020202020204" pitchFamily="34" charset="0"/>
              <a:buNone/>
              <a:tabLst/>
              <a:defRPr sz="2800">
                <a:solidFill>
                  <a:schemeClr val="tx1"/>
                </a:solidFill>
                <a:latin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de-DE" dirty="0"/>
              <a:t>Titel B (Arial 28pt., schwarz, max. 1 Zeile) </a:t>
            </a:r>
          </a:p>
        </p:txBody>
      </p:sp>
      <p:sp>
        <p:nvSpPr>
          <p:cNvPr id="7" name="Titelplatzhalter 14">
            <a:extLst>
              <a:ext uri="{FF2B5EF4-FFF2-40B4-BE49-F238E27FC236}">
                <a16:creationId xmlns:a16="http://schemas.microsoft.com/office/drawing/2014/main" id="{CF6356AF-957D-A241-82E4-5276EE95A84E}"/>
              </a:ext>
            </a:extLst>
          </p:cNvPr>
          <p:cNvSpPr>
            <a:spLocks noGrp="1"/>
          </p:cNvSpPr>
          <p:nvPr>
            <p:ph type="title" hasCustomPrompt="1"/>
          </p:nvPr>
        </p:nvSpPr>
        <p:spPr>
          <a:xfrm>
            <a:off x="540000" y="187200"/>
            <a:ext cx="7020000" cy="410369"/>
          </a:xfrm>
          <a:prstGeom prst="rect">
            <a:avLst/>
          </a:prstGeom>
        </p:spPr>
        <p:txBody>
          <a:bodyPr vert="horz" lIns="0" tIns="0" rIns="0" bIns="0" rtlCol="0" anchor="t">
            <a:spAutoFit/>
          </a:bodyPr>
          <a:lstStyle>
            <a:lvl1pPr>
              <a:defRPr/>
            </a:lvl1pPr>
          </a:lstStyle>
          <a:p>
            <a:r>
              <a:rPr lang="de-DE" dirty="0"/>
              <a:t>Titel A (Arial 28pt., rot, max. 1 Zeile) </a:t>
            </a:r>
          </a:p>
        </p:txBody>
      </p:sp>
    </p:spTree>
    <p:extLst>
      <p:ext uri="{BB962C8B-B14F-4D97-AF65-F5344CB8AC3E}">
        <p14:creationId xmlns:p14="http://schemas.microsoft.com/office/powerpoint/2010/main" val="3218821691"/>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uildlines: Titel">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14C16497-A32C-7C4C-AA22-3A67A5394F28}"/>
              </a:ext>
            </a:extLst>
          </p:cNvPr>
          <p:cNvSpPr txBox="1">
            <a:spLocks noGrp="1" noSelect="1" noRot="1" noMove="1" noResize="1" noEditPoints="1" noAdjustHandles="1" noChangeArrowheads="1" noChangeShapeType="1" noTextEdit="1"/>
          </p:cNvSpPr>
          <p:nvPr userDrawn="1">
            <p:custDataLst>
              <p:tags r:id="rId1"/>
            </p:custDataLst>
          </p:nvPr>
        </p:nvSpPr>
        <p:spPr>
          <a:xfrm>
            <a:off x="540000" y="1220400"/>
            <a:ext cx="7020000" cy="900000"/>
          </a:xfrm>
          <a:prstGeom prst="rect">
            <a:avLst/>
          </a:prstGeom>
        </p:spPr>
        <p:txBody>
          <a:bodyPr vert="horz" lIns="0" tIns="0" rIns="0" bIns="0" rtlCol="0" anchor="b" anchorCtr="0">
            <a:noAutofit/>
          </a:bodyPr>
          <a:lstStyle>
            <a:lvl1pPr algn="l" defTabSz="914377" rtl="0" eaLnBrk="1" latinLnBrk="0" hangingPunct="1">
              <a:lnSpc>
                <a:spcPts val="3200"/>
              </a:lnSpc>
              <a:spcBef>
                <a:spcPct val="0"/>
              </a:spcBef>
              <a:buNone/>
              <a:defRPr sz="2800" kern="1200">
                <a:solidFill>
                  <a:srgbClr val="E6002E"/>
                </a:solidFill>
                <a:latin typeface="Arial" panose="020B0604020202020204" pitchFamily="34" charset="0"/>
                <a:ea typeface="+mj-ea"/>
                <a:cs typeface="Arial" panose="020B0604020202020204" pitchFamily="34" charset="0"/>
              </a:defRPr>
            </a:lvl1pPr>
          </a:lstStyle>
          <a:p>
            <a:r>
              <a:rPr lang="de-DE" dirty="0" err="1"/>
              <a:t>UniBE</a:t>
            </a:r>
            <a:r>
              <a:rPr lang="de-DE" dirty="0"/>
              <a:t> PowerPoint Präsentation</a:t>
            </a:r>
          </a:p>
        </p:txBody>
      </p:sp>
      <p:sp>
        <p:nvSpPr>
          <p:cNvPr id="7" name="Textfeld 6">
            <a:extLst>
              <a:ext uri="{FF2B5EF4-FFF2-40B4-BE49-F238E27FC236}">
                <a16:creationId xmlns:a16="http://schemas.microsoft.com/office/drawing/2014/main" id="{EC88497A-C10F-C242-9121-2FA1817FF8DE}"/>
              </a:ext>
            </a:extLst>
          </p:cNvPr>
          <p:cNvSpPr txBox="1">
            <a:spLocks noGrp="1" noSelect="1" noRot="1" noMove="1" noResize="1" noEditPoints="1" noAdjustHandles="1" noChangeArrowheads="1" noChangeShapeType="1" noTextEdit="1"/>
          </p:cNvSpPr>
          <p:nvPr userDrawn="1">
            <p:custDataLst>
              <p:tags r:id="rId2"/>
            </p:custDataLst>
          </p:nvPr>
        </p:nvSpPr>
        <p:spPr>
          <a:xfrm>
            <a:off x="540000" y="2203200"/>
            <a:ext cx="7020000" cy="9000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sz="2800" dirty="0">
                <a:latin typeface="Arial" panose="020B0604020202020204" pitchFamily="34" charset="0"/>
                <a:cs typeface="Arial" panose="020B0604020202020204" pitchFamily="34" charset="0"/>
              </a:rPr>
              <a:t>Guidelines und Vorlagen: Mini Version</a:t>
            </a:r>
          </a:p>
        </p:txBody>
      </p:sp>
      <p:sp>
        <p:nvSpPr>
          <p:cNvPr id="8" name="Textfeld 7">
            <a:extLst>
              <a:ext uri="{FF2B5EF4-FFF2-40B4-BE49-F238E27FC236}">
                <a16:creationId xmlns:a16="http://schemas.microsoft.com/office/drawing/2014/main" id="{FB046D8A-2D5D-3944-B02F-74314F7A516F}"/>
              </a:ext>
            </a:extLst>
          </p:cNvPr>
          <p:cNvSpPr txBox="1">
            <a:spLocks noGrp="1" noSelect="1" noRot="1" noMove="1" noResize="1" noEditPoints="1" noAdjustHandles="1" noChangeArrowheads="1" noChangeShapeType="1" noTextEdit="1"/>
          </p:cNvSpPr>
          <p:nvPr userDrawn="1">
            <p:custDataLst>
              <p:tags r:id="rId3"/>
            </p:custDataLst>
          </p:nvPr>
        </p:nvSpPr>
        <p:spPr>
          <a:xfrm>
            <a:off x="540000" y="3564000"/>
            <a:ext cx="7020000" cy="18000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i="0" dirty="0">
                <a:latin typeface="Arial" panose="020B0604020202020204" pitchFamily="34" charset="0"/>
                <a:cs typeface="Arial" panose="020B0604020202020204" pitchFamily="34" charset="0"/>
              </a:rPr>
              <a:t>Abteilung Marketing und Kommunikation</a:t>
            </a:r>
          </a:p>
        </p:txBody>
      </p:sp>
      <p:sp>
        <p:nvSpPr>
          <p:cNvPr id="9" name="Textfeld 8">
            <a:extLst>
              <a:ext uri="{FF2B5EF4-FFF2-40B4-BE49-F238E27FC236}">
                <a16:creationId xmlns:a16="http://schemas.microsoft.com/office/drawing/2014/main" id="{18769F7C-1529-394B-918C-BF53204833AB}"/>
              </a:ext>
            </a:extLst>
          </p:cNvPr>
          <p:cNvSpPr txBox="1">
            <a:spLocks noGrp="1" noSelect="1" noRot="1" noMove="1" noResize="1" noEditPoints="1" noAdjustHandles="1" noChangeArrowheads="1" noChangeShapeType="1" noTextEdit="1"/>
          </p:cNvSpPr>
          <p:nvPr userDrawn="1">
            <p:custDataLst>
              <p:tags r:id="rId4"/>
            </p:custDataLst>
          </p:nvPr>
        </p:nvSpPr>
        <p:spPr>
          <a:xfrm>
            <a:off x="540000" y="3834000"/>
            <a:ext cx="7020000" cy="180000"/>
          </a:xfrm>
          <a:prstGeom prst="rect">
            <a:avLst/>
          </a:prstGeom>
          <a:noFill/>
        </p:spPr>
        <p:txBody>
          <a:bodyPr wrap="none" lIns="0" tIns="0" rIns="0" bIns="0" rtlCol="0">
            <a:noAutofit/>
          </a:body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de-DE" sz="1200" dirty="0">
                <a:solidFill>
                  <a:schemeClr val="tx1"/>
                </a:solidFill>
                <a:latin typeface="Arial" panose="020B0604020202020204" pitchFamily="34" charset="0"/>
                <a:cs typeface="Arial" panose="020B0604020202020204" pitchFamily="34" charset="0"/>
              </a:rPr>
              <a:t>Kontakt: </a:t>
            </a:r>
            <a:r>
              <a:rPr lang="de-DE" sz="1200" dirty="0" err="1">
                <a:solidFill>
                  <a:schemeClr val="tx1"/>
                </a:solidFill>
                <a:latin typeface="Arial" panose="020B0604020202020204" pitchFamily="34" charset="0"/>
                <a:cs typeface="Arial" panose="020B0604020202020204" pitchFamily="34" charset="0"/>
              </a:rPr>
              <a:t>kommunikation@unibe.ch</a:t>
            </a:r>
            <a:r>
              <a:rPr lang="de-DE" sz="1200" dirty="0">
                <a:solidFill>
                  <a:schemeClr val="tx1"/>
                </a:solidFill>
                <a:latin typeface="Arial" panose="020B0604020202020204" pitchFamily="34" charset="0"/>
                <a:cs typeface="Arial" panose="020B0604020202020204" pitchFamily="34" charset="0"/>
              </a:rPr>
              <a:t>, Tel. +41 31 631 80 44</a:t>
            </a:r>
          </a:p>
        </p:txBody>
      </p:sp>
    </p:spTree>
    <p:extLst>
      <p:ext uri="{BB962C8B-B14F-4D97-AF65-F5344CB8AC3E}">
        <p14:creationId xmlns:p14="http://schemas.microsoft.com/office/powerpoint/2010/main" val="53875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uildlines: Ressourcen">
    <p:spTree>
      <p:nvGrpSpPr>
        <p:cNvPr id="1" name=""/>
        <p:cNvGrpSpPr/>
        <p:nvPr/>
      </p:nvGrpSpPr>
      <p:grpSpPr>
        <a:xfrm>
          <a:off x="0" y="0"/>
          <a:ext cx="0" cy="0"/>
          <a:chOff x="0" y="0"/>
          <a:chExt cx="0" cy="0"/>
        </a:xfrm>
      </p:grpSpPr>
      <p:sp>
        <p:nvSpPr>
          <p:cNvPr id="15" name="Titelplatzhalter 14">
            <a:extLst>
              <a:ext uri="{FF2B5EF4-FFF2-40B4-BE49-F238E27FC236}">
                <a16:creationId xmlns:a16="http://schemas.microsoft.com/office/drawing/2014/main" id="{490FFC40-EB43-8445-ADDB-1EB6EA3CDAFF}"/>
              </a:ext>
            </a:extLst>
          </p:cNvPr>
          <p:cNvSpPr txBox="1">
            <a:spLocks noGrp="1" noSelect="1" noRot="1" noMove="1" noResize="1" noEditPoints="1" noAdjustHandles="1" noChangeArrowheads="1" noChangeShapeType="1" noTextEdit="1"/>
          </p:cNvSpPr>
          <p:nvPr userDrawn="1">
            <p:custDataLst>
              <p:tags r:id="rId1"/>
            </p:custDataLst>
          </p:nvPr>
        </p:nvSpPr>
        <p:spPr>
          <a:xfrm>
            <a:off x="540000" y="187200"/>
            <a:ext cx="7020000" cy="410369"/>
          </a:xfrm>
          <a:prstGeom prst="rect">
            <a:avLst/>
          </a:prstGeom>
        </p:spPr>
        <p:txBody>
          <a:bodyPr vert="horz" lIns="0" tIns="0" rIns="0" bIns="0" rtlCol="0" anchor="t">
            <a:spAutoFit/>
          </a:bodyPr>
          <a:lstStyle>
            <a:lvl1pPr algn="l" defTabSz="914377" rtl="0" eaLnBrk="1" latinLnBrk="0" hangingPunct="1">
              <a:lnSpc>
                <a:spcPts val="3200"/>
              </a:lnSpc>
              <a:spcBef>
                <a:spcPct val="0"/>
              </a:spcBef>
              <a:buNone/>
              <a:defRPr sz="2800" kern="1200">
                <a:solidFill>
                  <a:srgbClr val="E6002F"/>
                </a:solidFill>
                <a:latin typeface="Arial" panose="020B0604020202020204" pitchFamily="34" charset="0"/>
                <a:ea typeface="+mj-ea"/>
                <a:cs typeface="Arial" panose="020B0604020202020204" pitchFamily="34" charset="0"/>
              </a:defRPr>
            </a:lvl1pPr>
          </a:lstStyle>
          <a:p>
            <a:r>
              <a:rPr lang="de-CH" sz="2800" kern="1200" dirty="0">
                <a:solidFill>
                  <a:srgbClr val="E6002E"/>
                </a:solidFill>
                <a:effectLst/>
                <a:latin typeface="Arial" panose="020B0604020202020204" pitchFamily="34" charset="0"/>
                <a:ea typeface="+mj-ea"/>
                <a:cs typeface="Arial" panose="020B0604020202020204" pitchFamily="34" charset="0"/>
              </a:rPr>
              <a:t>Guidelines</a:t>
            </a:r>
          </a:p>
        </p:txBody>
      </p:sp>
      <p:sp>
        <p:nvSpPr>
          <p:cNvPr id="16" name="Titelplatzhalter 14">
            <a:extLst>
              <a:ext uri="{FF2B5EF4-FFF2-40B4-BE49-F238E27FC236}">
                <a16:creationId xmlns:a16="http://schemas.microsoft.com/office/drawing/2014/main" id="{42BFD9EF-F981-634F-ACF1-E740654460D6}"/>
              </a:ext>
            </a:extLst>
          </p:cNvPr>
          <p:cNvSpPr txBox="1">
            <a:spLocks noGrp="1" noSelect="1" noRot="1" noMove="1" noResize="1" noEditPoints="1" noAdjustHandles="1" noChangeArrowheads="1" noChangeShapeType="1" noTextEdit="1"/>
          </p:cNvSpPr>
          <p:nvPr userDrawn="1">
            <p:custDataLst>
              <p:tags r:id="rId2"/>
            </p:custDataLst>
          </p:nvPr>
        </p:nvSpPr>
        <p:spPr>
          <a:xfrm>
            <a:off x="540000" y="680400"/>
            <a:ext cx="7020000" cy="410369"/>
          </a:xfrm>
          <a:prstGeom prst="rect">
            <a:avLst/>
          </a:prstGeom>
        </p:spPr>
        <p:txBody>
          <a:bodyPr vert="horz" lIns="0" tIns="0" rIns="0" bIns="0" rtlCol="0" anchor="t">
            <a:spAutoFit/>
          </a:bodyPr>
          <a:lstStyle>
            <a:lvl1pPr algn="l" defTabSz="914377" rtl="0" eaLnBrk="1" latinLnBrk="0" hangingPunct="1">
              <a:lnSpc>
                <a:spcPts val="3200"/>
              </a:lnSpc>
              <a:spcBef>
                <a:spcPct val="0"/>
              </a:spcBef>
              <a:buNone/>
              <a:defRPr sz="2800" kern="1200">
                <a:solidFill>
                  <a:srgbClr val="E6002F"/>
                </a:solidFill>
                <a:latin typeface="Arial" panose="020B0604020202020204" pitchFamily="34" charset="0"/>
                <a:ea typeface="+mj-ea"/>
                <a:cs typeface="Arial" panose="020B0604020202020204" pitchFamily="34" charset="0"/>
              </a:defRPr>
            </a:lvl1pPr>
          </a:lstStyle>
          <a:p>
            <a:r>
              <a:rPr lang="de-DE" dirty="0">
                <a:solidFill>
                  <a:schemeClr val="tx1"/>
                </a:solidFill>
              </a:rPr>
              <a:t>Auszeichnungen</a:t>
            </a:r>
          </a:p>
        </p:txBody>
      </p:sp>
      <p:sp>
        <p:nvSpPr>
          <p:cNvPr id="18" name="Titelplatzhalter 14">
            <a:extLst>
              <a:ext uri="{FF2B5EF4-FFF2-40B4-BE49-F238E27FC236}">
                <a16:creationId xmlns:a16="http://schemas.microsoft.com/office/drawing/2014/main" id="{5C76C480-E04E-D446-BBD5-9313C9BAB514}"/>
              </a:ext>
            </a:extLst>
          </p:cNvPr>
          <p:cNvSpPr txBox="1">
            <a:spLocks noGrp="1" noSelect="1" noRot="1" noMove="1" noResize="1" noEditPoints="1" noAdjustHandles="1" noChangeArrowheads="1" noChangeShapeType="1" noTextEdit="1"/>
          </p:cNvSpPr>
          <p:nvPr userDrawn="1">
            <p:custDataLst>
              <p:tags r:id="rId3"/>
            </p:custDataLst>
          </p:nvPr>
        </p:nvSpPr>
        <p:spPr>
          <a:xfrm>
            <a:off x="540000" y="1200150"/>
            <a:ext cx="7020000" cy="564257"/>
          </a:xfrm>
          <a:prstGeom prst="rect">
            <a:avLst/>
          </a:prstGeom>
        </p:spPr>
        <p:txBody>
          <a:bodyPr vert="horz" lIns="0" tIns="0" rIns="0" bIns="0" rtlCol="0" anchor="t">
            <a:spAutoFit/>
          </a:bodyPr>
          <a:lstStyle>
            <a:lvl1pPr algn="l" defTabSz="914377" rtl="0" eaLnBrk="1" latinLnBrk="0" hangingPunct="1">
              <a:lnSpc>
                <a:spcPts val="3200"/>
              </a:lnSpc>
              <a:spcBef>
                <a:spcPct val="0"/>
              </a:spcBef>
              <a:buNone/>
              <a:defRPr sz="2800" kern="1200">
                <a:solidFill>
                  <a:srgbClr val="E6002F"/>
                </a:solidFill>
                <a:latin typeface="Arial" panose="020B0604020202020204" pitchFamily="34" charset="0"/>
                <a:ea typeface="+mj-ea"/>
                <a:cs typeface="Arial" panose="020B0604020202020204" pitchFamily="34" charset="0"/>
              </a:defRPr>
            </a:lvl1pPr>
          </a:lstStyle>
          <a:p>
            <a:pPr>
              <a:lnSpc>
                <a:spcPts val="2000"/>
              </a:lnSpc>
            </a:pPr>
            <a:r>
              <a:rPr lang="de-DE" sz="1600" dirty="0">
                <a:solidFill>
                  <a:schemeClr val="tx1"/>
                </a:solidFill>
              </a:rPr>
              <a:t>Kopieren und Einfügen Piktogramme mit/ohne Definition</a:t>
            </a:r>
          </a:p>
          <a:p>
            <a:pPr>
              <a:lnSpc>
                <a:spcPts val="1200"/>
              </a:lnSpc>
            </a:pPr>
            <a:r>
              <a:rPr lang="de-CH" sz="1000" dirty="0">
                <a:solidFill>
                  <a:schemeClr val="tx1"/>
                </a:solidFill>
              </a:rPr>
              <a:t>Wenn Sie einen Inhalt besonders betonen oder sonst hervorheben wollen, stehen Ihnen </a:t>
            </a:r>
          </a:p>
          <a:p>
            <a:pPr>
              <a:lnSpc>
                <a:spcPts val="1200"/>
              </a:lnSpc>
            </a:pPr>
            <a:r>
              <a:rPr lang="de-CH" sz="1000" dirty="0">
                <a:solidFill>
                  <a:schemeClr val="tx1"/>
                </a:solidFill>
              </a:rPr>
              <a:t>folgende Piktogramme zur Verfügung. Sie können sie mit oder ohne Text verwenden.</a:t>
            </a:r>
            <a:endParaRPr lang="de-DE" sz="1000" dirty="0">
              <a:solidFill>
                <a:schemeClr val="tx1"/>
              </a:solidFill>
            </a:endParaRPr>
          </a:p>
        </p:txBody>
      </p:sp>
    </p:spTree>
    <p:extLst>
      <p:ext uri="{BB962C8B-B14F-4D97-AF65-F5344CB8AC3E}">
        <p14:creationId xmlns:p14="http://schemas.microsoft.com/office/powerpoint/2010/main" val="3607737741"/>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uidlines: Design">
    <p:spTree>
      <p:nvGrpSpPr>
        <p:cNvPr id="1" name=""/>
        <p:cNvGrpSpPr/>
        <p:nvPr/>
      </p:nvGrpSpPr>
      <p:grpSpPr>
        <a:xfrm>
          <a:off x="0" y="0"/>
          <a:ext cx="0" cy="0"/>
          <a:chOff x="0" y="0"/>
          <a:chExt cx="0" cy="0"/>
        </a:xfrm>
      </p:grpSpPr>
      <p:sp>
        <p:nvSpPr>
          <p:cNvPr id="15" name="Titelplatzhalter 14">
            <a:extLst>
              <a:ext uri="{FF2B5EF4-FFF2-40B4-BE49-F238E27FC236}">
                <a16:creationId xmlns:a16="http://schemas.microsoft.com/office/drawing/2014/main" id="{490FFC40-EB43-8445-ADDB-1EB6EA3CDAFF}"/>
              </a:ext>
            </a:extLst>
          </p:cNvPr>
          <p:cNvSpPr txBox="1">
            <a:spLocks noGrp="1" noSelect="1" noRot="1" noMove="1" noResize="1" noEditPoints="1" noAdjustHandles="1" noChangeArrowheads="1" noChangeShapeType="1" noTextEdit="1"/>
          </p:cNvSpPr>
          <p:nvPr userDrawn="1">
            <p:custDataLst>
              <p:tags r:id="rId1"/>
            </p:custDataLst>
          </p:nvPr>
        </p:nvSpPr>
        <p:spPr>
          <a:xfrm>
            <a:off x="540000" y="187200"/>
            <a:ext cx="7020000" cy="410369"/>
          </a:xfrm>
          <a:prstGeom prst="rect">
            <a:avLst/>
          </a:prstGeom>
        </p:spPr>
        <p:txBody>
          <a:bodyPr vert="horz" lIns="0" tIns="0" rIns="0" bIns="0" rtlCol="0" anchor="t">
            <a:spAutoFit/>
          </a:bodyPr>
          <a:lstStyle>
            <a:lvl1pPr algn="l" defTabSz="914377" rtl="0" eaLnBrk="1" latinLnBrk="0" hangingPunct="1">
              <a:lnSpc>
                <a:spcPts val="3200"/>
              </a:lnSpc>
              <a:spcBef>
                <a:spcPct val="0"/>
              </a:spcBef>
              <a:buNone/>
              <a:defRPr sz="2800" kern="1200">
                <a:solidFill>
                  <a:srgbClr val="E6002F"/>
                </a:solidFill>
                <a:latin typeface="Arial" panose="020B0604020202020204" pitchFamily="34" charset="0"/>
                <a:ea typeface="+mj-ea"/>
                <a:cs typeface="Arial" panose="020B0604020202020204" pitchFamily="34" charset="0"/>
              </a:defRPr>
            </a:lvl1pPr>
          </a:lstStyle>
          <a:p>
            <a:r>
              <a:rPr lang="de-CH" sz="2800" kern="1200" dirty="0">
                <a:solidFill>
                  <a:srgbClr val="E6002E"/>
                </a:solidFill>
                <a:effectLst/>
                <a:latin typeface="Arial" panose="020B0604020202020204" pitchFamily="34" charset="0"/>
                <a:ea typeface="+mj-ea"/>
                <a:cs typeface="Arial" panose="020B0604020202020204" pitchFamily="34" charset="0"/>
              </a:rPr>
              <a:t>Inhaltliche Guidelines 3</a:t>
            </a:r>
          </a:p>
        </p:txBody>
      </p:sp>
      <p:sp>
        <p:nvSpPr>
          <p:cNvPr id="5" name="Titelplatzhalter 14">
            <a:extLst>
              <a:ext uri="{FF2B5EF4-FFF2-40B4-BE49-F238E27FC236}">
                <a16:creationId xmlns:a16="http://schemas.microsoft.com/office/drawing/2014/main" id="{E84A9D7B-50BC-C44F-8802-31714A1943F3}"/>
              </a:ext>
            </a:extLst>
          </p:cNvPr>
          <p:cNvSpPr txBox="1">
            <a:spLocks noGrp="1" noSelect="1" noRot="1" noMove="1" noResize="1" noEditPoints="1" noAdjustHandles="1" noChangeArrowheads="1" noChangeShapeType="1" noTextEdit="1"/>
          </p:cNvSpPr>
          <p:nvPr userDrawn="1">
            <p:custDataLst>
              <p:tags r:id="rId2"/>
            </p:custDataLst>
          </p:nvPr>
        </p:nvSpPr>
        <p:spPr>
          <a:xfrm>
            <a:off x="540000" y="680400"/>
            <a:ext cx="7020000" cy="410369"/>
          </a:xfrm>
          <a:prstGeom prst="rect">
            <a:avLst/>
          </a:prstGeom>
        </p:spPr>
        <p:txBody>
          <a:bodyPr vert="horz" lIns="0" tIns="0" rIns="0" bIns="0" rtlCol="0" anchor="t">
            <a:spAutoFit/>
          </a:bodyPr>
          <a:lstStyle>
            <a:lvl1pPr algn="l" defTabSz="914377" rtl="0" eaLnBrk="1" latinLnBrk="0" hangingPunct="1">
              <a:lnSpc>
                <a:spcPts val="3200"/>
              </a:lnSpc>
              <a:spcBef>
                <a:spcPct val="0"/>
              </a:spcBef>
              <a:buNone/>
              <a:defRPr sz="2800" kern="1200">
                <a:solidFill>
                  <a:srgbClr val="E6002F"/>
                </a:solidFill>
                <a:latin typeface="Arial" panose="020B0604020202020204" pitchFamily="34" charset="0"/>
                <a:ea typeface="+mj-ea"/>
                <a:cs typeface="Arial" panose="020B0604020202020204" pitchFamily="34" charset="0"/>
              </a:defRPr>
            </a:lvl1pPr>
          </a:lstStyle>
          <a:p>
            <a:r>
              <a:rPr lang="de-DE" dirty="0">
                <a:solidFill>
                  <a:schemeClr val="tx1"/>
                </a:solidFill>
              </a:rPr>
              <a:t>Logo, Schrift, Farben und Typografie</a:t>
            </a:r>
          </a:p>
        </p:txBody>
      </p:sp>
      <p:sp>
        <p:nvSpPr>
          <p:cNvPr id="6" name="Titelplatzhalter 14">
            <a:extLst>
              <a:ext uri="{FF2B5EF4-FFF2-40B4-BE49-F238E27FC236}">
                <a16:creationId xmlns:a16="http://schemas.microsoft.com/office/drawing/2014/main" id="{EC272DF7-D34D-7546-A5CD-0E955FBF002B}"/>
              </a:ext>
            </a:extLst>
          </p:cNvPr>
          <p:cNvSpPr txBox="1">
            <a:spLocks noGrp="1" noSelect="1" noRot="1" noMove="1" noResize="1" noEditPoints="1" noAdjustHandles="1" noChangeArrowheads="1" noChangeShapeType="1" noTextEdit="1"/>
          </p:cNvSpPr>
          <p:nvPr userDrawn="1">
            <p:custDataLst>
              <p:tags r:id="rId3"/>
            </p:custDataLst>
          </p:nvPr>
        </p:nvSpPr>
        <p:spPr>
          <a:xfrm>
            <a:off x="540000" y="1350000"/>
            <a:ext cx="6480000" cy="3616375"/>
          </a:xfrm>
          <a:prstGeom prst="rect">
            <a:avLst/>
          </a:prstGeom>
        </p:spPr>
        <p:txBody>
          <a:bodyPr vert="horz" lIns="0" tIns="0" rIns="0" bIns="0" rtlCol="0" anchor="t">
            <a:spAutoFit/>
          </a:bodyPr>
          <a:lstStyle>
            <a:lvl1pPr algn="l" defTabSz="914377" rtl="0" eaLnBrk="1" latinLnBrk="0" hangingPunct="1">
              <a:lnSpc>
                <a:spcPts val="3200"/>
              </a:lnSpc>
              <a:spcBef>
                <a:spcPct val="0"/>
              </a:spcBef>
              <a:buNone/>
              <a:defRPr sz="2800" kern="1200">
                <a:solidFill>
                  <a:srgbClr val="E6002F"/>
                </a:solidFill>
                <a:latin typeface="Arial" panose="020B0604020202020204" pitchFamily="34" charset="0"/>
                <a:ea typeface="+mj-ea"/>
                <a:cs typeface="Arial" panose="020B0604020202020204" pitchFamily="34" charset="0"/>
              </a:defRPr>
            </a:lvl1pPr>
          </a:lstStyle>
          <a:p>
            <a:pPr>
              <a:lnSpc>
                <a:spcPts val="2400"/>
              </a:lnSpc>
            </a:pPr>
            <a:r>
              <a:rPr lang="de-DE" sz="1400" dirty="0" err="1">
                <a:solidFill>
                  <a:schemeClr val="tx1"/>
                </a:solidFill>
              </a:rPr>
              <a:t>UniBe</a:t>
            </a:r>
            <a:r>
              <a:rPr lang="de-DE" sz="1400" dirty="0">
                <a:solidFill>
                  <a:schemeClr val="tx1"/>
                </a:solidFill>
              </a:rPr>
              <a:t> Logo ist </a:t>
            </a:r>
            <a:r>
              <a:rPr lang="de-DE" sz="1400" b="1" dirty="0">
                <a:solidFill>
                  <a:schemeClr val="tx1"/>
                </a:solidFill>
              </a:rPr>
              <a:t>immer</a:t>
            </a:r>
            <a:r>
              <a:rPr lang="de-DE" sz="1400" dirty="0">
                <a:solidFill>
                  <a:schemeClr val="tx1"/>
                </a:solidFill>
              </a:rPr>
              <a:t> sichtbar oben rechts auf den Inhalt Folien positioniert</a:t>
            </a:r>
          </a:p>
          <a:p>
            <a:pPr>
              <a:lnSpc>
                <a:spcPts val="2400"/>
              </a:lnSpc>
            </a:pPr>
            <a:r>
              <a:rPr lang="de-DE" sz="1400" dirty="0">
                <a:solidFill>
                  <a:schemeClr val="tx1"/>
                </a:solidFill>
              </a:rPr>
              <a:t>Schrift Familie: Arial</a:t>
            </a:r>
          </a:p>
          <a:p>
            <a:pPr>
              <a:lnSpc>
                <a:spcPts val="2400"/>
              </a:lnSpc>
            </a:pPr>
            <a:r>
              <a:rPr lang="de-DE" sz="1400" dirty="0" err="1">
                <a:solidFill>
                  <a:srgbClr val="E6002E"/>
                </a:solidFill>
              </a:rPr>
              <a:t>UniBe</a:t>
            </a:r>
            <a:r>
              <a:rPr lang="de-DE" sz="1400" dirty="0">
                <a:solidFill>
                  <a:srgbClr val="E6002E"/>
                </a:solidFill>
              </a:rPr>
              <a:t> Rot: R:230 G:0 B:46  |  HEX: #E6002E</a:t>
            </a:r>
          </a:p>
          <a:p>
            <a:pPr>
              <a:lnSpc>
                <a:spcPts val="2400"/>
              </a:lnSpc>
            </a:pPr>
            <a:r>
              <a:rPr lang="de-DE" sz="1400" dirty="0">
                <a:solidFill>
                  <a:schemeClr val="bg1">
                    <a:lumMod val="65000"/>
                  </a:schemeClr>
                </a:solidFill>
              </a:rPr>
              <a:t>Hintergrund Grau: R:217 G:217 B:217</a:t>
            </a:r>
          </a:p>
          <a:p>
            <a:pPr>
              <a:lnSpc>
                <a:spcPts val="2400"/>
              </a:lnSpc>
            </a:pPr>
            <a:r>
              <a:rPr lang="de-DE" sz="1400" dirty="0">
                <a:solidFill>
                  <a:schemeClr val="tx1"/>
                </a:solidFill>
              </a:rPr>
              <a:t>Media Platzhalter 1:1 = 25.4 (b) x 8.5 (h) cm, 144 dpi</a:t>
            </a:r>
          </a:p>
          <a:p>
            <a:pPr>
              <a:lnSpc>
                <a:spcPts val="1800"/>
              </a:lnSpc>
            </a:pPr>
            <a:endParaRPr lang="de-DE" sz="1400" dirty="0">
              <a:solidFill>
                <a:schemeClr val="tx1"/>
              </a:solidFill>
            </a:endParaRPr>
          </a:p>
          <a:p>
            <a:pPr marL="0" marR="0" lvl="0" indent="0" algn="l" defTabSz="914377" rtl="0" eaLnBrk="1" fontAlgn="auto" latinLnBrk="0" hangingPunct="1">
              <a:lnSpc>
                <a:spcPts val="1400"/>
              </a:lnSpc>
              <a:spcBef>
                <a:spcPct val="0"/>
              </a:spcBef>
              <a:spcAft>
                <a:spcPts val="400"/>
              </a:spcAft>
              <a:buClrTx/>
              <a:buSzTx/>
              <a:buFontTx/>
              <a:buNone/>
              <a:tabLst/>
              <a:defRPr/>
            </a:pPr>
            <a:r>
              <a:rPr lang="de-DE" sz="1200" b="1" dirty="0">
                <a:solidFill>
                  <a:schemeClr val="tx1"/>
                </a:solidFill>
              </a:rPr>
              <a:t>Typografie</a:t>
            </a:r>
          </a:p>
          <a:p>
            <a:pPr marL="0" marR="0" lvl="0" indent="0" algn="l" defTabSz="914377" rtl="0" eaLnBrk="1" fontAlgn="auto" latinLnBrk="0" hangingPunct="1">
              <a:lnSpc>
                <a:spcPts val="1400"/>
              </a:lnSpc>
              <a:spcBef>
                <a:spcPct val="0"/>
              </a:spcBef>
              <a:spcAft>
                <a:spcPts val="0"/>
              </a:spcAft>
              <a:buClrTx/>
              <a:buSzTx/>
              <a:buFontTx/>
              <a:buNone/>
              <a:tabLst/>
              <a:defRPr/>
            </a:pPr>
            <a:r>
              <a:rPr lang="de-DE" sz="1200" b="0" dirty="0">
                <a:solidFill>
                  <a:schemeClr val="tx1"/>
                </a:solidFill>
              </a:rPr>
              <a:t>Thema der Präsentation: Arial, 12pt.</a:t>
            </a:r>
          </a:p>
          <a:p>
            <a:pPr>
              <a:lnSpc>
                <a:spcPts val="1400"/>
              </a:lnSpc>
            </a:pPr>
            <a:r>
              <a:rPr lang="de-DE" sz="1200" b="0" dirty="0">
                <a:solidFill>
                  <a:srgbClr val="E6002E"/>
                </a:solidFill>
              </a:rPr>
              <a:t>Titel: Arial, 28/32pt., R:230 G:0 B:46, 1 Zeile</a:t>
            </a:r>
          </a:p>
          <a:p>
            <a:pPr>
              <a:lnSpc>
                <a:spcPts val="1400"/>
              </a:lnSpc>
            </a:pPr>
            <a:r>
              <a:rPr lang="de-DE" sz="1200" b="0" dirty="0">
                <a:solidFill>
                  <a:schemeClr val="tx1"/>
                </a:solidFill>
              </a:rPr>
              <a:t>Untertitel: Arial, 28/32pt., </a:t>
            </a:r>
            <a:r>
              <a:rPr lang="de-DE" sz="1200" b="0" dirty="0">
                <a:solidFill>
                  <a:srgbClr val="000000"/>
                </a:solidFill>
              </a:rPr>
              <a:t>max. 2 Zeilen</a:t>
            </a:r>
          </a:p>
          <a:p>
            <a:pPr>
              <a:lnSpc>
                <a:spcPts val="1400"/>
              </a:lnSpc>
            </a:pPr>
            <a:r>
              <a:rPr lang="de-DE" sz="1200" b="0" dirty="0">
                <a:solidFill>
                  <a:schemeClr val="tx1"/>
                </a:solidFill>
              </a:rPr>
              <a:t>Moderator und Organisationseinheit: Arial Fett, 14pt.</a:t>
            </a:r>
          </a:p>
          <a:p>
            <a:pPr marL="0" marR="0" lvl="0" indent="0" algn="l" defTabSz="914377" rtl="0" eaLnBrk="1" fontAlgn="auto" latinLnBrk="0" hangingPunct="1">
              <a:lnSpc>
                <a:spcPts val="1400"/>
              </a:lnSpc>
              <a:spcBef>
                <a:spcPct val="0"/>
              </a:spcBef>
              <a:spcAft>
                <a:spcPts val="0"/>
              </a:spcAft>
              <a:buClrTx/>
              <a:buSzTx/>
              <a:buFontTx/>
              <a:buNone/>
              <a:tabLst/>
              <a:defRPr/>
            </a:pPr>
            <a:r>
              <a:rPr lang="de-DE" sz="1200" b="0" dirty="0">
                <a:solidFill>
                  <a:schemeClr val="tx1"/>
                </a:solidFill>
              </a:rPr>
              <a:t>Datum und Präsentationsort: Arial, 12pt.</a:t>
            </a:r>
          </a:p>
          <a:p>
            <a:pPr marL="0" marR="0" lvl="0" indent="0" algn="l" defTabSz="914377" rtl="0" eaLnBrk="1" fontAlgn="auto" latinLnBrk="0" hangingPunct="1">
              <a:lnSpc>
                <a:spcPts val="1400"/>
              </a:lnSpc>
              <a:spcBef>
                <a:spcPct val="0"/>
              </a:spcBef>
              <a:spcAft>
                <a:spcPts val="0"/>
              </a:spcAft>
              <a:buClrTx/>
              <a:buSzTx/>
              <a:buFontTx/>
              <a:buNone/>
              <a:tabLst/>
              <a:defRPr/>
            </a:pPr>
            <a:r>
              <a:rPr lang="de-DE" sz="1200" b="0" dirty="0">
                <a:solidFill>
                  <a:schemeClr val="tx1"/>
                </a:solidFill>
              </a:rPr>
              <a:t>Inhalt Nr. XY: Arial, 20/24pt.</a:t>
            </a:r>
          </a:p>
          <a:p>
            <a:pPr marL="0" marR="0" lvl="0" indent="0" algn="l" defTabSz="914377" rtl="0" eaLnBrk="1" fontAlgn="auto" latinLnBrk="0" hangingPunct="1">
              <a:lnSpc>
                <a:spcPts val="1400"/>
              </a:lnSpc>
              <a:spcBef>
                <a:spcPct val="0"/>
              </a:spcBef>
              <a:spcAft>
                <a:spcPts val="0"/>
              </a:spcAft>
              <a:buClrTx/>
              <a:buSzTx/>
              <a:buFontTx/>
              <a:buNone/>
              <a:tabLst/>
              <a:defRPr/>
            </a:pPr>
            <a:r>
              <a:rPr lang="de-DE" sz="1200" b="0" dirty="0">
                <a:solidFill>
                  <a:schemeClr val="tx1"/>
                </a:solidFill>
              </a:rPr>
              <a:t>Aussage XY: Arial Fett, 16/20pt.</a:t>
            </a:r>
          </a:p>
          <a:p>
            <a:pPr marL="0" marR="0" lvl="0" indent="0" algn="l" defTabSz="914377" rtl="0" eaLnBrk="1" fontAlgn="auto" latinLnBrk="0" hangingPunct="1">
              <a:lnSpc>
                <a:spcPts val="1400"/>
              </a:lnSpc>
              <a:spcBef>
                <a:spcPct val="0"/>
              </a:spcBef>
              <a:spcAft>
                <a:spcPts val="0"/>
              </a:spcAft>
              <a:buClrTx/>
              <a:buSzTx/>
              <a:buFontTx/>
              <a:buNone/>
              <a:tabLst/>
              <a:defRPr/>
            </a:pPr>
            <a:r>
              <a:rPr lang="de-DE" sz="1200" b="0" dirty="0" err="1">
                <a:solidFill>
                  <a:schemeClr val="tx1"/>
                </a:solidFill>
              </a:rPr>
              <a:t>Fliesstext</a:t>
            </a:r>
            <a:r>
              <a:rPr lang="de-DE" sz="1200" b="0" dirty="0">
                <a:solidFill>
                  <a:schemeClr val="tx1"/>
                </a:solidFill>
              </a:rPr>
              <a:t> XY: Arial, 16/20pt.</a:t>
            </a:r>
          </a:p>
          <a:p>
            <a:pPr marL="0" marR="0" lvl="0" indent="0" algn="l" defTabSz="914377" rtl="0" eaLnBrk="1" fontAlgn="auto" latinLnBrk="0" hangingPunct="1">
              <a:lnSpc>
                <a:spcPts val="1400"/>
              </a:lnSpc>
              <a:spcBef>
                <a:spcPct val="0"/>
              </a:spcBef>
              <a:spcAft>
                <a:spcPts val="0"/>
              </a:spcAft>
              <a:buClrTx/>
              <a:buSzTx/>
              <a:buFontTx/>
              <a:buNone/>
              <a:tabLst/>
              <a:defRPr/>
            </a:pPr>
            <a:r>
              <a:rPr lang="de-DE" sz="1200" b="0" dirty="0" err="1">
                <a:solidFill>
                  <a:schemeClr val="tx1"/>
                </a:solidFill>
              </a:rPr>
              <a:t>Fliesstext</a:t>
            </a:r>
            <a:r>
              <a:rPr lang="de-DE" sz="1200" b="0" dirty="0">
                <a:solidFill>
                  <a:schemeClr val="tx1"/>
                </a:solidFill>
              </a:rPr>
              <a:t> Ebene: Arial, 20pt., 18pt., 16pt.</a:t>
            </a:r>
          </a:p>
        </p:txBody>
      </p:sp>
      <p:cxnSp>
        <p:nvCxnSpPr>
          <p:cNvPr id="7" name="Gerade Verbindung 6">
            <a:extLst>
              <a:ext uri="{FF2B5EF4-FFF2-40B4-BE49-F238E27FC236}">
                <a16:creationId xmlns:a16="http://schemas.microsoft.com/office/drawing/2014/main" id="{2525E251-FD30-C74A-99DE-8B05E2B3939A}"/>
              </a:ext>
            </a:extLst>
          </p:cNvPr>
          <p:cNvCxnSpPr>
            <a:cxnSpLocks noGrp="1" noSelect="1" noRot="1" noMove="1" noResize="1" noEditPoints="1" noAdjustHandles="1" noChangeArrowheads="1" noChangeShapeType="1"/>
          </p:cNvCxnSpPr>
          <p:nvPr userDrawn="1">
            <p:custDataLst>
              <p:tags r:id="rId4"/>
            </p:custDataLst>
          </p:nvPr>
        </p:nvCxnSpPr>
        <p:spPr>
          <a:xfrm>
            <a:off x="540000" y="2988000"/>
            <a:ext cx="6480000" cy="0"/>
          </a:xfrm>
          <a:prstGeom prst="line">
            <a:avLst/>
          </a:prstGeom>
          <a:ln w="9525">
            <a:solidFill>
              <a:schemeClr val="bg1">
                <a:lumMod val="75000"/>
              </a:schemeClr>
            </a:solidFill>
          </a:ln>
        </p:spPr>
        <p:style>
          <a:lnRef idx="2">
            <a:schemeClr val="accent2"/>
          </a:lnRef>
          <a:fillRef idx="0">
            <a:schemeClr val="accent2"/>
          </a:fillRef>
          <a:effectRef idx="1">
            <a:schemeClr val="accent2"/>
          </a:effectRef>
          <a:fontRef idx="minor">
            <a:schemeClr val="tx1"/>
          </a:fontRef>
        </p:style>
      </p:cxnSp>
      <p:sp>
        <p:nvSpPr>
          <p:cNvPr id="9" name="Titelplatzhalter 14">
            <a:extLst>
              <a:ext uri="{FF2B5EF4-FFF2-40B4-BE49-F238E27FC236}">
                <a16:creationId xmlns:a16="http://schemas.microsoft.com/office/drawing/2014/main" id="{96329C5F-757A-794E-BBCE-F3CC105898C4}"/>
              </a:ext>
            </a:extLst>
          </p:cNvPr>
          <p:cNvSpPr txBox="1">
            <a:spLocks noGrp="1" noSelect="1" noRot="1" noMove="1" noResize="1" noEditPoints="1" noAdjustHandles="1" noChangeArrowheads="1" noChangeShapeType="1" noTextEdit="1"/>
          </p:cNvSpPr>
          <p:nvPr userDrawn="1">
            <p:custDataLst>
              <p:tags r:id="rId5"/>
            </p:custDataLst>
          </p:nvPr>
        </p:nvSpPr>
        <p:spPr>
          <a:xfrm>
            <a:off x="7920000" y="1350000"/>
            <a:ext cx="1219200" cy="888961"/>
          </a:xfrm>
          <a:prstGeom prst="rect">
            <a:avLst/>
          </a:prstGeom>
        </p:spPr>
        <p:txBody>
          <a:bodyPr vert="horz" wrap="square" lIns="0" tIns="0" rIns="0" bIns="0" rtlCol="0" anchor="t">
            <a:spAutoFit/>
          </a:bodyPr>
          <a:lstStyle>
            <a:lvl1pPr algn="l" defTabSz="914377" rtl="0" eaLnBrk="1" latinLnBrk="0" hangingPunct="1">
              <a:lnSpc>
                <a:spcPts val="3200"/>
              </a:lnSpc>
              <a:spcBef>
                <a:spcPct val="0"/>
              </a:spcBef>
              <a:buNone/>
              <a:defRPr sz="2800" kern="1200">
                <a:solidFill>
                  <a:srgbClr val="E6002F"/>
                </a:solidFill>
                <a:latin typeface="Arial" panose="020B0604020202020204" pitchFamily="34" charset="0"/>
                <a:ea typeface="+mj-ea"/>
                <a:cs typeface="Arial" panose="020B0604020202020204" pitchFamily="34" charset="0"/>
              </a:defRPr>
            </a:lvl1pPr>
          </a:lstStyle>
          <a:p>
            <a:pPr>
              <a:lnSpc>
                <a:spcPts val="1000"/>
              </a:lnSpc>
            </a:pPr>
            <a:r>
              <a:rPr lang="de-DE" sz="800" b="1" dirty="0">
                <a:solidFill>
                  <a:schemeClr val="tx1"/>
                </a:solidFill>
              </a:rPr>
              <a:t>Kontakt</a:t>
            </a:r>
            <a:endParaRPr lang="de-DE" sz="800" b="0" dirty="0">
              <a:solidFill>
                <a:schemeClr val="tx1"/>
              </a:solidFill>
            </a:endParaRPr>
          </a:p>
          <a:p>
            <a:pPr>
              <a:lnSpc>
                <a:spcPts val="1000"/>
              </a:lnSpc>
            </a:pPr>
            <a:r>
              <a:rPr lang="de-DE" sz="800" b="0" dirty="0">
                <a:solidFill>
                  <a:schemeClr val="tx1"/>
                </a:solidFill>
              </a:rPr>
              <a:t>Fragen zu den </a:t>
            </a:r>
            <a:r>
              <a:rPr lang="de-DE" sz="800" b="0" dirty="0" err="1">
                <a:solidFill>
                  <a:schemeClr val="tx1"/>
                </a:solidFill>
              </a:rPr>
              <a:t>UniBE</a:t>
            </a:r>
            <a:r>
              <a:rPr lang="de-DE" sz="800" b="0" dirty="0">
                <a:solidFill>
                  <a:schemeClr val="tx1"/>
                </a:solidFill>
              </a:rPr>
              <a:t> PowerPoint Vorlagen: </a:t>
            </a:r>
          </a:p>
          <a:p>
            <a:pPr>
              <a:lnSpc>
                <a:spcPts val="1000"/>
              </a:lnSpc>
            </a:pPr>
            <a:r>
              <a:rPr lang="de-DE" sz="800" b="0" dirty="0" err="1">
                <a:solidFill>
                  <a:schemeClr val="tx1"/>
                </a:solidFill>
              </a:rPr>
              <a:t>kommunikation</a:t>
            </a:r>
            <a:r>
              <a:rPr lang="de-DE" sz="800" b="0" dirty="0">
                <a:solidFill>
                  <a:schemeClr val="tx1"/>
                </a:solidFill>
              </a:rPr>
              <a:t>@</a:t>
            </a:r>
          </a:p>
          <a:p>
            <a:pPr>
              <a:lnSpc>
                <a:spcPts val="1000"/>
              </a:lnSpc>
            </a:pPr>
            <a:r>
              <a:rPr lang="de-DE" sz="800" b="0" dirty="0" err="1">
                <a:solidFill>
                  <a:schemeClr val="tx1"/>
                </a:solidFill>
              </a:rPr>
              <a:t>unibe.ch</a:t>
            </a:r>
            <a:r>
              <a:rPr lang="de-DE" sz="800" b="0" dirty="0">
                <a:solidFill>
                  <a:schemeClr val="tx1"/>
                </a:solidFill>
              </a:rPr>
              <a:t> oder </a:t>
            </a:r>
          </a:p>
          <a:p>
            <a:pPr>
              <a:lnSpc>
                <a:spcPts val="1000"/>
              </a:lnSpc>
            </a:pPr>
            <a:r>
              <a:rPr lang="de-DE" sz="800" b="0" dirty="0">
                <a:solidFill>
                  <a:schemeClr val="tx1"/>
                </a:solidFill>
              </a:rPr>
              <a:t>Tel. + 41 31 631 80 44</a:t>
            </a:r>
          </a:p>
          <a:p>
            <a:pPr>
              <a:lnSpc>
                <a:spcPts val="1000"/>
              </a:lnSpc>
            </a:pPr>
            <a:endParaRPr lang="de-DE" sz="800" b="1" dirty="0">
              <a:solidFill>
                <a:schemeClr val="tx1"/>
              </a:solidFill>
            </a:endParaRPr>
          </a:p>
        </p:txBody>
      </p:sp>
      <p:pic>
        <p:nvPicPr>
          <p:cNvPr id="3" name="Grafik 2">
            <a:extLst>
              <a:ext uri="{FF2B5EF4-FFF2-40B4-BE49-F238E27FC236}">
                <a16:creationId xmlns:a16="http://schemas.microsoft.com/office/drawing/2014/main" id="{5BC2E508-06CA-D64A-A4D9-AAF3FB62D703}"/>
              </a:ext>
            </a:extLst>
          </p:cNvPr>
          <p:cNvPicPr>
            <a:picLocks noGrp="1" noSelect="1" noRot="1" noMove="1" noResize="1" noEditPoints="1" noAdjustHandles="1" noChangeArrowheads="1" noChangeShapeType="1"/>
          </p:cNvPicPr>
          <p:nvPr userDrawn="1">
            <p:custDataLst>
              <p:tags r:id="rId6"/>
            </p:custDataLst>
          </p:nvPr>
        </p:nvPicPr>
        <p:blipFill>
          <a:blip r:embed="rId9" cstate="print">
            <a:extLst>
              <a:ext uri="{28A0092B-C50C-407E-A947-70E740481C1C}">
                <a14:useLocalDpi xmlns:a14="http://schemas.microsoft.com/office/drawing/2010/main" val="0"/>
              </a:ext>
            </a:extLst>
          </a:blip>
          <a:stretch>
            <a:fillRect/>
          </a:stretch>
        </p:blipFill>
        <p:spPr>
          <a:xfrm>
            <a:off x="6318091" y="1832535"/>
            <a:ext cx="697217" cy="990600"/>
          </a:xfrm>
          <a:prstGeom prst="rect">
            <a:avLst/>
          </a:prstGeom>
        </p:spPr>
      </p:pic>
      <p:pic>
        <p:nvPicPr>
          <p:cNvPr id="4" name="Grafik 3">
            <a:extLst>
              <a:ext uri="{FF2B5EF4-FFF2-40B4-BE49-F238E27FC236}">
                <a16:creationId xmlns:a16="http://schemas.microsoft.com/office/drawing/2014/main" id="{CCE28F87-7B73-E341-9972-6E84FF110996}"/>
              </a:ext>
            </a:extLst>
          </p:cNvPr>
          <p:cNvPicPr>
            <a:picLocks noGrp="1" noSelect="1" noRot="1" noMove="1" noResize="1" noEditPoints="1" noAdjustHandles="1" noChangeArrowheads="1" noChangeShapeType="1"/>
          </p:cNvPicPr>
          <p:nvPr userDrawn="1">
            <p:custDataLst>
              <p:tags r:id="rId7"/>
            </p:custDataLst>
          </p:nvPr>
        </p:nvPicPr>
        <p:blipFill>
          <a:blip r:embed="rId10" cstate="print">
            <a:extLst>
              <a:ext uri="{28A0092B-C50C-407E-A947-70E740481C1C}">
                <a14:useLocalDpi xmlns:a14="http://schemas.microsoft.com/office/drawing/2010/main" val="0"/>
              </a:ext>
            </a:extLst>
          </a:blip>
          <a:stretch>
            <a:fillRect/>
          </a:stretch>
        </p:blipFill>
        <p:spPr>
          <a:xfrm>
            <a:off x="5520666" y="1836735"/>
            <a:ext cx="656454" cy="986400"/>
          </a:xfrm>
          <a:prstGeom prst="rect">
            <a:avLst/>
          </a:prstGeom>
        </p:spPr>
      </p:pic>
    </p:spTree>
    <p:extLst>
      <p:ext uri="{BB962C8B-B14F-4D97-AF65-F5344CB8AC3E}">
        <p14:creationId xmlns:p14="http://schemas.microsoft.com/office/powerpoint/2010/main" val="3974079215"/>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ImageColumns">
    <p:bg>
      <p:bgPr>
        <a:solidFill>
          <a:schemeClr val="bg1"/>
        </a:solidFill>
        <a:effectLst/>
      </p:bgPr>
    </p:bg>
    <p:spTree>
      <p:nvGrpSpPr>
        <p:cNvPr id="1" name=""/>
        <p:cNvGrpSpPr/>
        <p:nvPr/>
      </p:nvGrpSpPr>
      <p:grpSpPr>
        <a:xfrm>
          <a:off x="0" y="0"/>
          <a:ext cx="0" cy="0"/>
          <a:chOff x="0" y="0"/>
          <a:chExt cx="0" cy="0"/>
        </a:xfrm>
      </p:grpSpPr>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1"/>
            </p:custDataLst>
          </p:nvPr>
        </p:nvSpPr>
        <p:spPr>
          <a:xfrm>
            <a:off x="440531" y="802238"/>
            <a:ext cx="8262938" cy="311315"/>
          </a:xfrm>
          <a:prstGeom prst="rect">
            <a:avLst/>
          </a:prstGeom>
        </p:spPr>
        <p:txBody>
          <a:bodyPr vert="horz" wrap="square" lIns="0" tIns="216000" rIns="0" bIns="0" rtlCol="0" anchor="t" anchorCtr="0">
            <a:noAutofit/>
          </a:bodyPr>
          <a:lstStyle>
            <a:lvl1pPr algn="l">
              <a:lnSpc>
                <a:spcPct val="80000"/>
              </a:lnSpc>
              <a:defRPr sz="1200" b="1" spc="0" baseline="0">
                <a:solidFill>
                  <a:schemeClr val="tx1"/>
                </a:solidFill>
                <a:latin typeface="+mn-lt"/>
                <a:cs typeface="Arial" panose="020B0604020202020204" pitchFamily="34" charset="0"/>
              </a:defRPr>
            </a:lvl1pPr>
          </a:lstStyle>
          <a:p>
            <a:pPr lvl="0"/>
            <a:r>
              <a:rPr lang="en-US" dirty="0"/>
              <a:t>Click To Edit Master TextStyles</a:t>
            </a:r>
            <a:endParaRPr lang="ru-RU" dirty="0"/>
          </a:p>
        </p:txBody>
      </p:sp>
      <p:sp>
        <p:nvSpPr>
          <p:cNvPr id="8" name="Footer Placeholder">
            <a:extLst>
              <a:ext uri="{FF2B5EF4-FFF2-40B4-BE49-F238E27FC236}">
                <a16:creationId xmlns:a16="http://schemas.microsoft.com/office/drawing/2014/main" id="{832DB304-7E5E-DA1E-806F-E20C54C59C52}"/>
              </a:ext>
            </a:extLst>
          </p:cNvPr>
          <p:cNvSpPr>
            <a:spLocks noGrp="1"/>
          </p:cNvSpPr>
          <p:nvPr>
            <p:ph type="body" sz="quarter" idx="22" hasCustomPrompt="1"/>
            <p:custDataLst>
              <p:tags r:id="rId2"/>
            </p:custDataLst>
          </p:nvPr>
        </p:nvSpPr>
        <p:spPr>
          <a:xfrm>
            <a:off x="440532" y="411868"/>
            <a:ext cx="3550168" cy="126958"/>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825">
                <a:solidFill>
                  <a:schemeClr val="tx1">
                    <a:alpha val="50000"/>
                  </a:schemeClr>
                </a:solidFill>
                <a:latin typeface="Arial" panose="020B0604020202020204" pitchFamily="34" charset="0"/>
                <a:cs typeface="Arial" panose="020B0604020202020204" pitchFamily="34" charset="0"/>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Click To Edit Master Text Style</a:t>
            </a:r>
            <a:endParaRPr lang="ru-RU" dirty="0"/>
          </a:p>
        </p:txBody>
      </p:sp>
      <p:cxnSp>
        <p:nvCxnSpPr>
          <p:cNvPr id="25" name="Straight Connector 24">
            <a:extLst>
              <a:ext uri="{FF2B5EF4-FFF2-40B4-BE49-F238E27FC236}">
                <a16:creationId xmlns:a16="http://schemas.microsoft.com/office/drawing/2014/main" id="{2589D093-3B31-CC14-F1CE-0AFC83C7AF58}"/>
              </a:ext>
            </a:extLst>
          </p:cNvPr>
          <p:cNvCxnSpPr>
            <a:cxnSpLocks/>
          </p:cNvCxnSpPr>
          <p:nvPr userDrawn="1"/>
        </p:nvCxnSpPr>
        <p:spPr>
          <a:xfrm>
            <a:off x="440531" y="670532"/>
            <a:ext cx="8262938" cy="0"/>
          </a:xfrm>
          <a:prstGeom prst="line">
            <a:avLst/>
          </a:prstGeom>
          <a:ln w="12700">
            <a:solidFill>
              <a:schemeClr val="accent2"/>
            </a:solidFill>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B2EC93A1-6D7C-4C83-3DDA-3B18A5517E05}"/>
              </a:ext>
            </a:extLst>
          </p:cNvPr>
          <p:cNvSpPr/>
          <p:nvPr userDrawn="1"/>
        </p:nvSpPr>
        <p:spPr>
          <a:xfrm>
            <a:off x="440531" y="655243"/>
            <a:ext cx="1944000" cy="32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accent1"/>
              </a:solidFill>
            </a:endParaRPr>
          </a:p>
        </p:txBody>
      </p:sp>
      <p:sp>
        <p:nvSpPr>
          <p:cNvPr id="6" name="Rectangle 5">
            <a:extLst>
              <a:ext uri="{FF2B5EF4-FFF2-40B4-BE49-F238E27FC236}">
                <a16:creationId xmlns:a16="http://schemas.microsoft.com/office/drawing/2014/main" id="{D9D763FD-0CB9-07CD-2478-6D509B8E1C4C}"/>
              </a:ext>
            </a:extLst>
          </p:cNvPr>
          <p:cNvSpPr/>
          <p:nvPr userDrawn="1"/>
        </p:nvSpPr>
        <p:spPr>
          <a:xfrm>
            <a:off x="0" y="5062500"/>
            <a:ext cx="9144000" cy="81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4" name="Picture Placeholder 3">
            <a:extLst>
              <a:ext uri="{FF2B5EF4-FFF2-40B4-BE49-F238E27FC236}">
                <a16:creationId xmlns:a16="http://schemas.microsoft.com/office/drawing/2014/main" id="{47859DE1-1EA1-D5AD-EF8E-CD7F005D6864}"/>
              </a:ext>
            </a:extLst>
          </p:cNvPr>
          <p:cNvSpPr>
            <a:spLocks noGrp="1"/>
          </p:cNvSpPr>
          <p:nvPr>
            <p:ph type="pic" sz="quarter" idx="24"/>
          </p:nvPr>
        </p:nvSpPr>
        <p:spPr>
          <a:xfrm>
            <a:off x="441469" y="1252726"/>
            <a:ext cx="8262000" cy="2969895"/>
          </a:xfrm>
        </p:spPr>
        <p:txBody>
          <a:bodyPr/>
          <a:lstStyle/>
          <a:p>
            <a:endParaRPr lang="ru-RU"/>
          </a:p>
        </p:txBody>
      </p:sp>
      <p:sp>
        <p:nvSpPr>
          <p:cNvPr id="5" name="Text Placeholder">
            <a:extLst>
              <a:ext uri="{FF2B5EF4-FFF2-40B4-BE49-F238E27FC236}">
                <a16:creationId xmlns:a16="http://schemas.microsoft.com/office/drawing/2014/main" id="{C2ACD8DD-1EDC-8193-921D-E10807104FD8}"/>
              </a:ext>
            </a:extLst>
          </p:cNvPr>
          <p:cNvSpPr>
            <a:spLocks noGrp="1"/>
          </p:cNvSpPr>
          <p:nvPr>
            <p:ph type="body" idx="38"/>
            <p:custDataLst>
              <p:tags r:id="rId3"/>
            </p:custDataLst>
          </p:nvPr>
        </p:nvSpPr>
        <p:spPr>
          <a:xfrm>
            <a:off x="440531" y="4361794"/>
            <a:ext cx="8262000" cy="343556"/>
          </a:xfrm>
        </p:spPr>
        <p:txBody>
          <a:bodyPr wrap="square" lIns="0" tIns="0" rIns="0" bIns="0" anchor="b" anchorCtr="0">
            <a:noAutofit/>
          </a:bodyPr>
          <a:lstStyle>
            <a:lvl1pPr marL="0" indent="0" algn="ctr">
              <a:lnSpc>
                <a:spcPct val="120000"/>
              </a:lnSpc>
              <a:spcBef>
                <a:spcPts val="0"/>
              </a:spcBef>
              <a:buNone/>
              <a:defRPr sz="975">
                <a:solidFill>
                  <a:schemeClr val="tx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pic>
        <p:nvPicPr>
          <p:cNvPr id="2" name="Free Badge"/>
          <p:cNvPicPr>
            <a:picLocks noChangeAspect="1"/>
          </p:cNvPicPr>
          <p:nvPr userDrawn="1"/>
        </p:nvPicPr>
        <p:blipFill>
          <a:blip r:embed="rId5"/>
          <a:stretch>
            <a:fillRect/>
          </a:stretch>
        </p:blipFill>
        <p:spPr>
          <a:xfrm>
            <a:off x="7894800" y="4822200"/>
            <a:ext cx="850500" cy="205200"/>
          </a:xfrm>
          <a:prstGeom prst="rect">
            <a:avLst/>
          </a:prstGeom>
        </p:spPr>
      </p:pic>
    </p:spTree>
    <p:extLst>
      <p:ext uri="{BB962C8B-B14F-4D97-AF65-F5344CB8AC3E}">
        <p14:creationId xmlns:p14="http://schemas.microsoft.com/office/powerpoint/2010/main" val="9283486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box1V2">
    <p:bg>
      <p:bgPr>
        <a:solidFill>
          <a:schemeClr val="bg1"/>
        </a:solidFill>
        <a:effectLst/>
      </p:bgPr>
    </p:bg>
    <p:spTree>
      <p:nvGrpSpPr>
        <p:cNvPr id="1" name=""/>
        <p:cNvGrpSpPr/>
        <p:nvPr/>
      </p:nvGrpSpPr>
      <p:grpSpPr>
        <a:xfrm>
          <a:off x="0" y="0"/>
          <a:ext cx="0" cy="0"/>
          <a:chOff x="0" y="0"/>
          <a:chExt cx="0" cy="0"/>
        </a:xfrm>
      </p:grpSpPr>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1"/>
            </p:custDataLst>
          </p:nvPr>
        </p:nvSpPr>
        <p:spPr>
          <a:xfrm>
            <a:off x="440531" y="802238"/>
            <a:ext cx="8262938" cy="902246"/>
          </a:xfrm>
          <a:prstGeom prst="rect">
            <a:avLst/>
          </a:prstGeom>
        </p:spPr>
        <p:txBody>
          <a:bodyPr vert="horz" wrap="square" lIns="0" tIns="216000" rIns="0" bIns="0" rtlCol="0" anchor="t" anchorCtr="0">
            <a:noAutofit/>
          </a:bodyPr>
          <a:lstStyle>
            <a:lvl1pPr algn="l">
              <a:lnSpc>
                <a:spcPct val="80000"/>
              </a:lnSpc>
              <a:defRPr sz="3000" b="0" spc="0" baseline="0">
                <a:solidFill>
                  <a:schemeClr val="tx1"/>
                </a:solidFill>
                <a:latin typeface="Arial" panose="020B0604020202020204" pitchFamily="34" charset="0"/>
                <a:cs typeface="Arial" panose="020B0604020202020204" pitchFamily="34" charset="0"/>
              </a:defRPr>
            </a:lvl1pPr>
          </a:lstStyle>
          <a:p>
            <a:pPr lvl="0"/>
            <a:r>
              <a:rPr lang="en-US" dirty="0"/>
              <a:t>Click To Edit Master TextStyles</a:t>
            </a:r>
            <a:endParaRPr lang="ru-RU" dirty="0"/>
          </a:p>
        </p:txBody>
      </p:sp>
      <p:sp>
        <p:nvSpPr>
          <p:cNvPr id="2" name="Subtitle Placeholder">
            <a:extLst>
              <a:ext uri="{FF2B5EF4-FFF2-40B4-BE49-F238E27FC236}">
                <a16:creationId xmlns:a16="http://schemas.microsoft.com/office/drawing/2014/main" id="{A1E8A89B-645C-8AB1-3B52-88BB68EB59DC}"/>
              </a:ext>
            </a:extLst>
          </p:cNvPr>
          <p:cNvSpPr>
            <a:spLocks noGrp="1"/>
          </p:cNvSpPr>
          <p:nvPr>
            <p:ph type="body" idx="26" hasCustomPrompt="1"/>
            <p:custDataLst>
              <p:tags r:id="rId2"/>
            </p:custDataLst>
          </p:nvPr>
        </p:nvSpPr>
        <p:spPr>
          <a:xfrm>
            <a:off x="440531" y="1861241"/>
            <a:ext cx="4836734" cy="369332"/>
          </a:xfrm>
        </p:spPr>
        <p:txBody>
          <a:bodyPr wrap="square" lIns="0" tIns="0" rIns="0" bIns="0" anchor="b" anchorCtr="0">
            <a:noAutofit/>
          </a:bodyPr>
          <a:lstStyle>
            <a:lvl1pPr marL="0" indent="0" algn="l">
              <a:spcBef>
                <a:spcPts val="450"/>
              </a:spcBef>
              <a:buNone/>
              <a:defRPr sz="1200" b="1" spc="0" baseline="0">
                <a:solidFill>
                  <a:schemeClr val="tx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8" name="Footer Placeholder">
            <a:extLst>
              <a:ext uri="{FF2B5EF4-FFF2-40B4-BE49-F238E27FC236}">
                <a16:creationId xmlns:a16="http://schemas.microsoft.com/office/drawing/2014/main" id="{832DB304-7E5E-DA1E-806F-E20C54C59C52}"/>
              </a:ext>
            </a:extLst>
          </p:cNvPr>
          <p:cNvSpPr>
            <a:spLocks noGrp="1"/>
          </p:cNvSpPr>
          <p:nvPr>
            <p:ph type="body" sz="quarter" idx="22" hasCustomPrompt="1"/>
            <p:custDataLst>
              <p:tags r:id="rId3"/>
            </p:custDataLst>
          </p:nvPr>
        </p:nvSpPr>
        <p:spPr>
          <a:xfrm>
            <a:off x="440532" y="411868"/>
            <a:ext cx="3550168" cy="126958"/>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825">
                <a:solidFill>
                  <a:schemeClr val="tx1">
                    <a:alpha val="50000"/>
                  </a:schemeClr>
                </a:solidFill>
                <a:latin typeface="Arial" panose="020B0604020202020204" pitchFamily="34" charset="0"/>
                <a:cs typeface="Arial" panose="020B0604020202020204" pitchFamily="34" charset="0"/>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Click To Edit Master Text Style</a:t>
            </a:r>
            <a:endParaRPr lang="ru-RU" dirty="0"/>
          </a:p>
        </p:txBody>
      </p:sp>
      <p:sp>
        <p:nvSpPr>
          <p:cNvPr id="13" name="Text Placeholder">
            <a:extLst>
              <a:ext uri="{FF2B5EF4-FFF2-40B4-BE49-F238E27FC236}">
                <a16:creationId xmlns:a16="http://schemas.microsoft.com/office/drawing/2014/main" id="{729A96BD-69DB-BCA6-59BB-5947B38CC191}"/>
              </a:ext>
            </a:extLst>
          </p:cNvPr>
          <p:cNvSpPr>
            <a:spLocks noGrp="1"/>
          </p:cNvSpPr>
          <p:nvPr>
            <p:ph type="body" idx="36"/>
            <p:custDataLst>
              <p:tags r:id="rId4"/>
            </p:custDataLst>
          </p:nvPr>
        </p:nvSpPr>
        <p:spPr>
          <a:xfrm>
            <a:off x="440532" y="2239255"/>
            <a:ext cx="4833431" cy="2460416"/>
          </a:xfrm>
        </p:spPr>
        <p:txBody>
          <a:bodyPr wrap="square" lIns="0" tIns="180000" rIns="0" bIns="0" anchor="t" anchorCtr="0">
            <a:noAutofit/>
          </a:bodyPr>
          <a:lstStyle>
            <a:lvl1pPr marL="0" indent="0" algn="l">
              <a:lnSpc>
                <a:spcPct val="120000"/>
              </a:lnSpc>
              <a:spcBef>
                <a:spcPts val="0"/>
              </a:spcBef>
              <a:buNone/>
              <a:defRPr sz="975">
                <a:solidFill>
                  <a:schemeClr val="tx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cxnSp>
        <p:nvCxnSpPr>
          <p:cNvPr id="25" name="Straight Connector 24">
            <a:extLst>
              <a:ext uri="{FF2B5EF4-FFF2-40B4-BE49-F238E27FC236}">
                <a16:creationId xmlns:a16="http://schemas.microsoft.com/office/drawing/2014/main" id="{2589D093-3B31-CC14-F1CE-0AFC83C7AF58}"/>
              </a:ext>
            </a:extLst>
          </p:cNvPr>
          <p:cNvCxnSpPr>
            <a:cxnSpLocks/>
          </p:cNvCxnSpPr>
          <p:nvPr userDrawn="1"/>
        </p:nvCxnSpPr>
        <p:spPr>
          <a:xfrm>
            <a:off x="440531" y="670532"/>
            <a:ext cx="8262938" cy="0"/>
          </a:xfrm>
          <a:prstGeom prst="line">
            <a:avLst/>
          </a:prstGeom>
          <a:ln w="12700">
            <a:solidFill>
              <a:schemeClr val="accent2"/>
            </a:solidFill>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B2EC93A1-6D7C-4C83-3DDA-3B18A5517E05}"/>
              </a:ext>
            </a:extLst>
          </p:cNvPr>
          <p:cNvSpPr/>
          <p:nvPr userDrawn="1"/>
        </p:nvSpPr>
        <p:spPr>
          <a:xfrm>
            <a:off x="440531" y="655243"/>
            <a:ext cx="1944000" cy="32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accent1"/>
              </a:solidFill>
            </a:endParaRPr>
          </a:p>
        </p:txBody>
      </p:sp>
      <p:sp>
        <p:nvSpPr>
          <p:cNvPr id="30" name="Rectangle 29">
            <a:extLst>
              <a:ext uri="{FF2B5EF4-FFF2-40B4-BE49-F238E27FC236}">
                <a16:creationId xmlns:a16="http://schemas.microsoft.com/office/drawing/2014/main" id="{CFE89AC2-FBF0-4D61-F465-274E1ACD2FFF}"/>
              </a:ext>
            </a:extLst>
          </p:cNvPr>
          <p:cNvSpPr/>
          <p:nvPr userDrawn="1"/>
        </p:nvSpPr>
        <p:spPr>
          <a:xfrm>
            <a:off x="0" y="5062500"/>
            <a:ext cx="9144000" cy="81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16" name="Graphic 15">
            <a:extLst>
              <a:ext uri="{FF2B5EF4-FFF2-40B4-BE49-F238E27FC236}">
                <a16:creationId xmlns:a16="http://schemas.microsoft.com/office/drawing/2014/main" id="{EE74D41E-DAC7-E9D6-B305-F864992167C3}"/>
              </a:ext>
            </a:extLst>
          </p:cNvPr>
          <p:cNvPicPr>
            <a:picLocks noChangeAspect="1"/>
          </p:cNvPicPr>
          <p:nvPr userDrawn="1"/>
        </p:nvPicPr>
        <p:blipFill>
          <a:blip r:embed="rId6">
            <a:extLst>
              <a:ext uri="{96DAC541-7B7A-43D3-8B79-37D633B846F1}">
                <asvg:svgBlip xmlns:asvg="http://schemas.microsoft.com/office/drawing/2016/SVG/main" r:embed="rId7"/>
              </a:ext>
            </a:extLst>
          </a:blip>
          <a:srcRect r="42430"/>
          <a:stretch>
            <a:fillRect/>
          </a:stretch>
        </p:blipFill>
        <p:spPr>
          <a:xfrm>
            <a:off x="5584813" y="1861241"/>
            <a:ext cx="2996192" cy="2927509"/>
          </a:xfrm>
          <a:prstGeom prst="rect">
            <a:avLst/>
          </a:prstGeom>
        </p:spPr>
      </p:pic>
      <p:pic>
        <p:nvPicPr>
          <p:cNvPr id="3" name="Free Badge"/>
          <p:cNvPicPr>
            <a:picLocks noChangeAspect="1"/>
          </p:cNvPicPr>
          <p:nvPr userDrawn="1"/>
        </p:nvPicPr>
        <p:blipFill>
          <a:blip r:embed="rId8"/>
          <a:stretch>
            <a:fillRect/>
          </a:stretch>
        </p:blipFill>
        <p:spPr>
          <a:xfrm>
            <a:off x="7894800" y="4822200"/>
            <a:ext cx="850500" cy="205200"/>
          </a:xfrm>
          <a:prstGeom prst="rect">
            <a:avLst/>
          </a:prstGeom>
        </p:spPr>
      </p:pic>
    </p:spTree>
    <p:extLst>
      <p:ext uri="{BB962C8B-B14F-4D97-AF65-F5344CB8AC3E}">
        <p14:creationId xmlns:p14="http://schemas.microsoft.com/office/powerpoint/2010/main" val="17038524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ankYouV2">
    <p:bg>
      <p:bgPr>
        <a:solidFill>
          <a:schemeClr val="accent1"/>
        </a:solidFill>
        <a:effectLst/>
      </p:bgPr>
    </p:bg>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32DB304-7E5E-DA1E-806F-E20C54C59C52}"/>
              </a:ext>
            </a:extLst>
          </p:cNvPr>
          <p:cNvSpPr>
            <a:spLocks noGrp="1"/>
          </p:cNvSpPr>
          <p:nvPr>
            <p:ph type="body" sz="quarter" idx="22" hasCustomPrompt="1"/>
            <p:custDataLst>
              <p:tags r:id="rId1"/>
            </p:custDataLst>
          </p:nvPr>
        </p:nvSpPr>
        <p:spPr>
          <a:xfrm>
            <a:off x="440532" y="411868"/>
            <a:ext cx="3550168" cy="126958"/>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825">
                <a:solidFill>
                  <a:schemeClr val="bg1">
                    <a:alpha val="50000"/>
                  </a:schemeClr>
                </a:solidFill>
                <a:latin typeface="Arial" panose="020B0604020202020204" pitchFamily="34" charset="0"/>
                <a:cs typeface="Arial" panose="020B0604020202020204" pitchFamily="34" charset="0"/>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Click To Edit Master Text Style</a:t>
            </a:r>
            <a:endParaRPr lang="ru-RU" dirty="0"/>
          </a:p>
        </p:txBody>
      </p:sp>
      <p:cxnSp>
        <p:nvCxnSpPr>
          <p:cNvPr id="25" name="Straight Connector 24">
            <a:extLst>
              <a:ext uri="{FF2B5EF4-FFF2-40B4-BE49-F238E27FC236}">
                <a16:creationId xmlns:a16="http://schemas.microsoft.com/office/drawing/2014/main" id="{2589D093-3B31-CC14-F1CE-0AFC83C7AF58}"/>
              </a:ext>
            </a:extLst>
          </p:cNvPr>
          <p:cNvCxnSpPr>
            <a:cxnSpLocks/>
          </p:cNvCxnSpPr>
          <p:nvPr userDrawn="1"/>
        </p:nvCxnSpPr>
        <p:spPr>
          <a:xfrm>
            <a:off x="440531" y="670532"/>
            <a:ext cx="8262938" cy="0"/>
          </a:xfrm>
          <a:prstGeom prst="line">
            <a:avLst/>
          </a:prstGeom>
          <a:ln w="12700">
            <a:solidFill>
              <a:schemeClr val="accent2"/>
            </a:solidFill>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B2EC93A1-6D7C-4C83-3DDA-3B18A5517E05}"/>
              </a:ext>
            </a:extLst>
          </p:cNvPr>
          <p:cNvSpPr/>
          <p:nvPr userDrawn="1"/>
        </p:nvSpPr>
        <p:spPr>
          <a:xfrm>
            <a:off x="440531" y="655243"/>
            <a:ext cx="1944000" cy="32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accent1"/>
              </a:solidFill>
            </a:endParaRPr>
          </a:p>
        </p:txBody>
      </p:sp>
      <p:sp>
        <p:nvSpPr>
          <p:cNvPr id="30" name="Rectangle 29">
            <a:extLst>
              <a:ext uri="{FF2B5EF4-FFF2-40B4-BE49-F238E27FC236}">
                <a16:creationId xmlns:a16="http://schemas.microsoft.com/office/drawing/2014/main" id="{CFE89AC2-FBF0-4D61-F465-274E1ACD2FFF}"/>
              </a:ext>
            </a:extLst>
          </p:cNvPr>
          <p:cNvSpPr/>
          <p:nvPr userDrawn="1"/>
        </p:nvSpPr>
        <p:spPr>
          <a:xfrm>
            <a:off x="0" y="5062500"/>
            <a:ext cx="9144000" cy="81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3" name="Title Placeholder">
            <a:extLst>
              <a:ext uri="{FF2B5EF4-FFF2-40B4-BE49-F238E27FC236}">
                <a16:creationId xmlns:a16="http://schemas.microsoft.com/office/drawing/2014/main" id="{41E828A7-1239-5104-E86A-F8E54FEFA70D}"/>
              </a:ext>
            </a:extLst>
          </p:cNvPr>
          <p:cNvSpPr>
            <a:spLocks noGrp="1"/>
          </p:cNvSpPr>
          <p:nvPr>
            <p:ph type="title" hasCustomPrompt="1"/>
            <p:custDataLst>
              <p:tags r:id="rId2"/>
            </p:custDataLst>
          </p:nvPr>
        </p:nvSpPr>
        <p:spPr>
          <a:xfrm>
            <a:off x="440531" y="1486141"/>
            <a:ext cx="5454254" cy="1189787"/>
          </a:xfrm>
          <a:prstGeom prst="rect">
            <a:avLst/>
          </a:prstGeom>
        </p:spPr>
        <p:txBody>
          <a:bodyPr vert="horz" wrap="square" lIns="0" tIns="108000" rIns="0" bIns="0" rtlCol="0" anchor="b" anchorCtr="0">
            <a:noAutofit/>
          </a:bodyPr>
          <a:lstStyle>
            <a:lvl1pPr algn="l">
              <a:lnSpc>
                <a:spcPct val="80000"/>
              </a:lnSpc>
              <a:defRPr sz="3000" b="0" spc="0" baseline="0">
                <a:solidFill>
                  <a:schemeClr val="bg1"/>
                </a:solidFill>
                <a:latin typeface="Arial" panose="020B0604020202020204" pitchFamily="34" charset="0"/>
                <a:cs typeface="Arial" panose="020B0604020202020204" pitchFamily="34" charset="0"/>
              </a:defRPr>
            </a:lvl1pPr>
          </a:lstStyle>
          <a:p>
            <a:pPr lvl="0"/>
            <a:r>
              <a:rPr lang="en-US" dirty="0"/>
              <a:t>Click To Edit Master TextStyles</a:t>
            </a:r>
            <a:endParaRPr lang="ru-RU" dirty="0"/>
          </a:p>
        </p:txBody>
      </p:sp>
      <p:sp>
        <p:nvSpPr>
          <p:cNvPr id="5" name="Subtitle Placeholder">
            <a:extLst>
              <a:ext uri="{FF2B5EF4-FFF2-40B4-BE49-F238E27FC236}">
                <a16:creationId xmlns:a16="http://schemas.microsoft.com/office/drawing/2014/main" id="{0D8ADF39-0B0E-5038-931A-5849454CC5AF}"/>
              </a:ext>
            </a:extLst>
          </p:cNvPr>
          <p:cNvSpPr>
            <a:spLocks noGrp="1"/>
          </p:cNvSpPr>
          <p:nvPr>
            <p:ph type="body" idx="26" hasCustomPrompt="1"/>
            <p:custDataLst>
              <p:tags r:id="rId3"/>
            </p:custDataLst>
          </p:nvPr>
        </p:nvSpPr>
        <p:spPr>
          <a:xfrm>
            <a:off x="440532" y="2952958"/>
            <a:ext cx="4050506" cy="866006"/>
          </a:xfrm>
        </p:spPr>
        <p:txBody>
          <a:bodyPr wrap="square" lIns="0" tIns="0" rIns="0" bIns="0" anchor="t" anchorCtr="0">
            <a:noAutofit/>
          </a:bodyPr>
          <a:lstStyle>
            <a:lvl1pPr marL="0" indent="0" algn="l">
              <a:lnSpc>
                <a:spcPct val="120000"/>
              </a:lnSpc>
              <a:spcBef>
                <a:spcPts val="0"/>
              </a:spcBef>
              <a:buNone/>
              <a:defRPr sz="1200" b="1" spc="0" baseline="0">
                <a:solidFill>
                  <a:schemeClr val="bg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pic>
        <p:nvPicPr>
          <p:cNvPr id="11" name="Graphic 10">
            <a:extLst>
              <a:ext uri="{FF2B5EF4-FFF2-40B4-BE49-F238E27FC236}">
                <a16:creationId xmlns:a16="http://schemas.microsoft.com/office/drawing/2014/main" id="{281A472A-704F-30D6-967B-52A15C54AE04}"/>
              </a:ext>
            </a:extLst>
          </p:cNvPr>
          <p:cNvPicPr>
            <a:picLocks noChangeAspect="1"/>
          </p:cNvPicPr>
          <p:nvPr userDrawn="1"/>
        </p:nvPicPr>
        <p:blipFill>
          <a:blip r:embed="rId5">
            <a:extLst>
              <a:ext uri="{96DAC541-7B7A-43D3-8B79-37D633B846F1}">
                <asvg:svgBlip xmlns:asvg="http://schemas.microsoft.com/office/drawing/2016/SVG/main" r:embed="rId6"/>
              </a:ext>
            </a:extLst>
          </a:blip>
          <a:srcRect r="50000"/>
          <a:stretch>
            <a:fillRect/>
          </a:stretch>
        </p:blipFill>
        <p:spPr>
          <a:xfrm flipH="1">
            <a:off x="5703803" y="1352831"/>
            <a:ext cx="3106987" cy="3495360"/>
          </a:xfrm>
          <a:prstGeom prst="rect">
            <a:avLst/>
          </a:prstGeom>
        </p:spPr>
      </p:pic>
      <p:pic>
        <p:nvPicPr>
          <p:cNvPr id="2" name="Free Badge"/>
          <p:cNvPicPr>
            <a:picLocks noChangeAspect="1"/>
          </p:cNvPicPr>
          <p:nvPr userDrawn="1"/>
        </p:nvPicPr>
        <p:blipFill>
          <a:blip r:embed="rId7"/>
          <a:stretch>
            <a:fillRect/>
          </a:stretch>
        </p:blipFill>
        <p:spPr>
          <a:xfrm>
            <a:off x="7894800" y="4822200"/>
            <a:ext cx="850500" cy="205200"/>
          </a:xfrm>
          <a:prstGeom prst="rect">
            <a:avLst/>
          </a:prstGeom>
        </p:spPr>
      </p:pic>
    </p:spTree>
    <p:extLst>
      <p:ext uri="{BB962C8B-B14F-4D97-AF65-F5344CB8AC3E}">
        <p14:creationId xmlns:p14="http://schemas.microsoft.com/office/powerpoint/2010/main" val="42723340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box5">
    <p:bg>
      <p:bgPr>
        <a:solidFill>
          <a:schemeClr val="bg2"/>
        </a:solidFill>
        <a:effectLst/>
      </p:bgPr>
    </p:bg>
    <p:spTree>
      <p:nvGrpSpPr>
        <p:cNvPr id="1" name=""/>
        <p:cNvGrpSpPr/>
        <p:nvPr/>
      </p:nvGrpSpPr>
      <p:grpSpPr>
        <a:xfrm>
          <a:off x="0" y="0"/>
          <a:ext cx="0" cy="0"/>
          <a:chOff x="0" y="0"/>
          <a:chExt cx="0" cy="0"/>
        </a:xfrm>
      </p:grpSpPr>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1"/>
            </p:custDataLst>
          </p:nvPr>
        </p:nvSpPr>
        <p:spPr>
          <a:xfrm>
            <a:off x="440531" y="802238"/>
            <a:ext cx="8262938" cy="902246"/>
          </a:xfrm>
          <a:prstGeom prst="rect">
            <a:avLst/>
          </a:prstGeom>
        </p:spPr>
        <p:txBody>
          <a:bodyPr vert="horz" wrap="square" lIns="0" tIns="216000" rIns="0" bIns="0" rtlCol="0" anchor="t" anchorCtr="0">
            <a:noAutofit/>
          </a:bodyPr>
          <a:lstStyle>
            <a:lvl1pPr algn="l">
              <a:lnSpc>
                <a:spcPct val="80000"/>
              </a:lnSpc>
              <a:defRPr sz="3000" b="0" spc="0" baseline="0">
                <a:solidFill>
                  <a:schemeClr val="tx1"/>
                </a:solidFill>
                <a:latin typeface="Arial" panose="020B0604020202020204" pitchFamily="34" charset="0"/>
                <a:cs typeface="Arial" panose="020B0604020202020204" pitchFamily="34" charset="0"/>
              </a:defRPr>
            </a:lvl1pPr>
          </a:lstStyle>
          <a:p>
            <a:pPr lvl="0"/>
            <a:r>
              <a:rPr lang="en-US" dirty="0"/>
              <a:t>Click To Edit Master TextStyles</a:t>
            </a:r>
            <a:endParaRPr lang="ru-RU" dirty="0"/>
          </a:p>
        </p:txBody>
      </p:sp>
      <p:sp>
        <p:nvSpPr>
          <p:cNvPr id="2" name="Subtitle Placeholder 1">
            <a:extLst>
              <a:ext uri="{FF2B5EF4-FFF2-40B4-BE49-F238E27FC236}">
                <a16:creationId xmlns:a16="http://schemas.microsoft.com/office/drawing/2014/main" id="{A1E8A89B-645C-8AB1-3B52-88BB68EB59DC}"/>
              </a:ext>
            </a:extLst>
          </p:cNvPr>
          <p:cNvSpPr>
            <a:spLocks noGrp="1"/>
          </p:cNvSpPr>
          <p:nvPr>
            <p:ph type="body" idx="26" hasCustomPrompt="1"/>
            <p:custDataLst>
              <p:tags r:id="rId2"/>
            </p:custDataLst>
          </p:nvPr>
        </p:nvSpPr>
        <p:spPr>
          <a:xfrm>
            <a:off x="440531" y="1861241"/>
            <a:ext cx="1512000" cy="369332"/>
          </a:xfrm>
        </p:spPr>
        <p:txBody>
          <a:bodyPr wrap="square" lIns="0" tIns="0" rIns="0" bIns="0" anchor="b" anchorCtr="0">
            <a:noAutofit/>
          </a:bodyPr>
          <a:lstStyle>
            <a:lvl1pPr marL="0" indent="0" algn="l">
              <a:spcBef>
                <a:spcPts val="450"/>
              </a:spcBef>
              <a:buNone/>
              <a:defRPr sz="1200" b="1" spc="0" baseline="0">
                <a:solidFill>
                  <a:schemeClr val="tx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8" name="Footer Placeholder">
            <a:extLst>
              <a:ext uri="{FF2B5EF4-FFF2-40B4-BE49-F238E27FC236}">
                <a16:creationId xmlns:a16="http://schemas.microsoft.com/office/drawing/2014/main" id="{832DB304-7E5E-DA1E-806F-E20C54C59C52}"/>
              </a:ext>
            </a:extLst>
          </p:cNvPr>
          <p:cNvSpPr>
            <a:spLocks noGrp="1"/>
          </p:cNvSpPr>
          <p:nvPr>
            <p:ph type="body" sz="quarter" idx="22" hasCustomPrompt="1"/>
            <p:custDataLst>
              <p:tags r:id="rId3"/>
            </p:custDataLst>
          </p:nvPr>
        </p:nvSpPr>
        <p:spPr>
          <a:xfrm>
            <a:off x="440532" y="411868"/>
            <a:ext cx="3550168" cy="126958"/>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825">
                <a:solidFill>
                  <a:schemeClr val="tx1">
                    <a:alpha val="50000"/>
                  </a:schemeClr>
                </a:solidFill>
                <a:latin typeface="Arial" panose="020B0604020202020204" pitchFamily="34" charset="0"/>
                <a:cs typeface="Arial" panose="020B0604020202020204" pitchFamily="34" charset="0"/>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Click To Edit Master Text Style</a:t>
            </a:r>
            <a:endParaRPr lang="ru-RU" dirty="0"/>
          </a:p>
        </p:txBody>
      </p:sp>
      <p:sp>
        <p:nvSpPr>
          <p:cNvPr id="13" name="Text Placeholder 1">
            <a:extLst>
              <a:ext uri="{FF2B5EF4-FFF2-40B4-BE49-F238E27FC236}">
                <a16:creationId xmlns:a16="http://schemas.microsoft.com/office/drawing/2014/main" id="{729A96BD-69DB-BCA6-59BB-5947B38CC191}"/>
              </a:ext>
            </a:extLst>
          </p:cNvPr>
          <p:cNvSpPr>
            <a:spLocks noGrp="1"/>
          </p:cNvSpPr>
          <p:nvPr>
            <p:ph type="body" idx="36"/>
            <p:custDataLst>
              <p:tags r:id="rId4"/>
            </p:custDataLst>
          </p:nvPr>
        </p:nvSpPr>
        <p:spPr>
          <a:xfrm>
            <a:off x="440532" y="2239255"/>
            <a:ext cx="1512000" cy="2460416"/>
          </a:xfrm>
        </p:spPr>
        <p:txBody>
          <a:bodyPr wrap="square" lIns="0" tIns="180000" rIns="0" bIns="0" anchor="t" anchorCtr="0">
            <a:noAutofit/>
          </a:bodyPr>
          <a:lstStyle>
            <a:lvl1pPr marL="0" indent="0" algn="l">
              <a:lnSpc>
                <a:spcPct val="120000"/>
              </a:lnSpc>
              <a:spcBef>
                <a:spcPts val="0"/>
              </a:spcBef>
              <a:buNone/>
              <a:defRPr sz="975">
                <a:solidFill>
                  <a:schemeClr val="tx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cxnSp>
        <p:nvCxnSpPr>
          <p:cNvPr id="25" name="Straight Connector 24">
            <a:extLst>
              <a:ext uri="{FF2B5EF4-FFF2-40B4-BE49-F238E27FC236}">
                <a16:creationId xmlns:a16="http://schemas.microsoft.com/office/drawing/2014/main" id="{2589D093-3B31-CC14-F1CE-0AFC83C7AF58}"/>
              </a:ext>
            </a:extLst>
          </p:cNvPr>
          <p:cNvCxnSpPr>
            <a:cxnSpLocks/>
          </p:cNvCxnSpPr>
          <p:nvPr userDrawn="1"/>
        </p:nvCxnSpPr>
        <p:spPr>
          <a:xfrm>
            <a:off x="440531" y="670532"/>
            <a:ext cx="8262938" cy="0"/>
          </a:xfrm>
          <a:prstGeom prst="line">
            <a:avLst/>
          </a:prstGeom>
          <a:ln w="12700">
            <a:solidFill>
              <a:schemeClr val="accent2"/>
            </a:solidFill>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B2EC93A1-6D7C-4C83-3DDA-3B18A5517E05}"/>
              </a:ext>
            </a:extLst>
          </p:cNvPr>
          <p:cNvSpPr/>
          <p:nvPr userDrawn="1"/>
        </p:nvSpPr>
        <p:spPr>
          <a:xfrm>
            <a:off x="440531" y="655243"/>
            <a:ext cx="1944000" cy="32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accent1"/>
              </a:solidFill>
            </a:endParaRPr>
          </a:p>
        </p:txBody>
      </p:sp>
      <p:sp>
        <p:nvSpPr>
          <p:cNvPr id="3" name="Subtitle Placeholder 2">
            <a:extLst>
              <a:ext uri="{FF2B5EF4-FFF2-40B4-BE49-F238E27FC236}">
                <a16:creationId xmlns:a16="http://schemas.microsoft.com/office/drawing/2014/main" id="{2C535C6B-A4A3-76B9-0774-F14DFFEEDAD7}"/>
              </a:ext>
            </a:extLst>
          </p:cNvPr>
          <p:cNvSpPr>
            <a:spLocks noGrp="1"/>
          </p:cNvSpPr>
          <p:nvPr>
            <p:ph type="body" idx="37" hasCustomPrompt="1"/>
            <p:custDataLst>
              <p:tags r:id="rId5"/>
            </p:custDataLst>
          </p:nvPr>
        </p:nvSpPr>
        <p:spPr>
          <a:xfrm>
            <a:off x="2128239" y="1861241"/>
            <a:ext cx="1512000" cy="369332"/>
          </a:xfrm>
        </p:spPr>
        <p:txBody>
          <a:bodyPr wrap="square" lIns="0" tIns="0" rIns="0" bIns="0" anchor="b" anchorCtr="0">
            <a:noAutofit/>
          </a:bodyPr>
          <a:lstStyle>
            <a:lvl1pPr marL="0" indent="0" algn="l">
              <a:spcBef>
                <a:spcPts val="450"/>
              </a:spcBef>
              <a:buNone/>
              <a:defRPr sz="1200" b="1" spc="0" baseline="0">
                <a:solidFill>
                  <a:schemeClr val="tx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4" name="Text Placeholder 2">
            <a:extLst>
              <a:ext uri="{FF2B5EF4-FFF2-40B4-BE49-F238E27FC236}">
                <a16:creationId xmlns:a16="http://schemas.microsoft.com/office/drawing/2014/main" id="{D054D53E-80E2-68D9-9ACD-9D8147A7D5B6}"/>
              </a:ext>
            </a:extLst>
          </p:cNvPr>
          <p:cNvSpPr>
            <a:spLocks noGrp="1"/>
          </p:cNvSpPr>
          <p:nvPr>
            <p:ph type="body" idx="38"/>
            <p:custDataLst>
              <p:tags r:id="rId6"/>
            </p:custDataLst>
          </p:nvPr>
        </p:nvSpPr>
        <p:spPr>
          <a:xfrm>
            <a:off x="2128239" y="2239255"/>
            <a:ext cx="1512000" cy="2460416"/>
          </a:xfrm>
        </p:spPr>
        <p:txBody>
          <a:bodyPr wrap="square" lIns="0" tIns="180000" rIns="0" bIns="0" anchor="t" anchorCtr="0">
            <a:noAutofit/>
          </a:bodyPr>
          <a:lstStyle>
            <a:lvl1pPr marL="0" indent="0" algn="l">
              <a:lnSpc>
                <a:spcPct val="120000"/>
              </a:lnSpc>
              <a:spcBef>
                <a:spcPts val="0"/>
              </a:spcBef>
              <a:buNone/>
              <a:defRPr sz="975">
                <a:solidFill>
                  <a:schemeClr val="tx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6" name="Rectangle 5">
            <a:extLst>
              <a:ext uri="{FF2B5EF4-FFF2-40B4-BE49-F238E27FC236}">
                <a16:creationId xmlns:a16="http://schemas.microsoft.com/office/drawing/2014/main" id="{D9D763FD-0CB9-07CD-2478-6D509B8E1C4C}"/>
              </a:ext>
            </a:extLst>
          </p:cNvPr>
          <p:cNvSpPr/>
          <p:nvPr userDrawn="1"/>
        </p:nvSpPr>
        <p:spPr>
          <a:xfrm>
            <a:off x="0" y="5062500"/>
            <a:ext cx="9144000" cy="81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5" name="Subtitle Placeholder 3">
            <a:extLst>
              <a:ext uri="{FF2B5EF4-FFF2-40B4-BE49-F238E27FC236}">
                <a16:creationId xmlns:a16="http://schemas.microsoft.com/office/drawing/2014/main" id="{CF5DEE60-F2D7-9DA3-D844-42938228344B}"/>
              </a:ext>
            </a:extLst>
          </p:cNvPr>
          <p:cNvSpPr>
            <a:spLocks noGrp="1"/>
          </p:cNvSpPr>
          <p:nvPr>
            <p:ph type="body" idx="39" hasCustomPrompt="1"/>
            <p:custDataLst>
              <p:tags r:id="rId7"/>
            </p:custDataLst>
          </p:nvPr>
        </p:nvSpPr>
        <p:spPr>
          <a:xfrm>
            <a:off x="3816000" y="1861241"/>
            <a:ext cx="1512000" cy="369332"/>
          </a:xfrm>
        </p:spPr>
        <p:txBody>
          <a:bodyPr wrap="square" lIns="0" tIns="0" rIns="0" bIns="0" anchor="b" anchorCtr="0">
            <a:noAutofit/>
          </a:bodyPr>
          <a:lstStyle>
            <a:lvl1pPr marL="0" indent="0" algn="l">
              <a:spcBef>
                <a:spcPts val="450"/>
              </a:spcBef>
              <a:buNone/>
              <a:defRPr sz="1200" b="1" spc="0" baseline="0">
                <a:solidFill>
                  <a:schemeClr val="tx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9" name="Text Placeholder 3">
            <a:extLst>
              <a:ext uri="{FF2B5EF4-FFF2-40B4-BE49-F238E27FC236}">
                <a16:creationId xmlns:a16="http://schemas.microsoft.com/office/drawing/2014/main" id="{E2F47E63-4C8D-C6F8-3834-2E75BD0B4B68}"/>
              </a:ext>
            </a:extLst>
          </p:cNvPr>
          <p:cNvSpPr>
            <a:spLocks noGrp="1"/>
          </p:cNvSpPr>
          <p:nvPr>
            <p:ph type="body" idx="40"/>
            <p:custDataLst>
              <p:tags r:id="rId8"/>
            </p:custDataLst>
          </p:nvPr>
        </p:nvSpPr>
        <p:spPr>
          <a:xfrm>
            <a:off x="3815947" y="2239255"/>
            <a:ext cx="1512000" cy="2460416"/>
          </a:xfrm>
        </p:spPr>
        <p:txBody>
          <a:bodyPr wrap="square" lIns="0" tIns="180000" rIns="0" bIns="0" anchor="t" anchorCtr="0">
            <a:noAutofit/>
          </a:bodyPr>
          <a:lstStyle>
            <a:lvl1pPr marL="0" indent="0" algn="l">
              <a:lnSpc>
                <a:spcPct val="120000"/>
              </a:lnSpc>
              <a:spcBef>
                <a:spcPts val="0"/>
              </a:spcBef>
              <a:buNone/>
              <a:defRPr sz="975">
                <a:solidFill>
                  <a:schemeClr val="tx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10" name="Subtitle Placeholder 4">
            <a:extLst>
              <a:ext uri="{FF2B5EF4-FFF2-40B4-BE49-F238E27FC236}">
                <a16:creationId xmlns:a16="http://schemas.microsoft.com/office/drawing/2014/main" id="{21FF8531-682E-41A1-5A7F-7DC2F9ED7B6C}"/>
              </a:ext>
            </a:extLst>
          </p:cNvPr>
          <p:cNvSpPr>
            <a:spLocks noGrp="1"/>
          </p:cNvSpPr>
          <p:nvPr>
            <p:ph type="body" idx="41" hasCustomPrompt="1"/>
            <p:custDataLst>
              <p:tags r:id="rId9"/>
            </p:custDataLst>
          </p:nvPr>
        </p:nvSpPr>
        <p:spPr>
          <a:xfrm>
            <a:off x="5503655" y="1861241"/>
            <a:ext cx="1512000" cy="369332"/>
          </a:xfrm>
        </p:spPr>
        <p:txBody>
          <a:bodyPr wrap="square" lIns="0" tIns="0" rIns="0" bIns="0" anchor="b" anchorCtr="0">
            <a:noAutofit/>
          </a:bodyPr>
          <a:lstStyle>
            <a:lvl1pPr marL="0" indent="0" algn="l">
              <a:spcBef>
                <a:spcPts val="450"/>
              </a:spcBef>
              <a:buNone/>
              <a:defRPr sz="1200" b="1" spc="0" baseline="0">
                <a:solidFill>
                  <a:schemeClr val="tx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11" name="Text Placeholder 4">
            <a:extLst>
              <a:ext uri="{FF2B5EF4-FFF2-40B4-BE49-F238E27FC236}">
                <a16:creationId xmlns:a16="http://schemas.microsoft.com/office/drawing/2014/main" id="{8E2FDD7E-FAF2-BFFF-C271-C74728F1002B}"/>
              </a:ext>
            </a:extLst>
          </p:cNvPr>
          <p:cNvSpPr>
            <a:spLocks noGrp="1"/>
          </p:cNvSpPr>
          <p:nvPr>
            <p:ph type="body" idx="42"/>
            <p:custDataLst>
              <p:tags r:id="rId10"/>
            </p:custDataLst>
          </p:nvPr>
        </p:nvSpPr>
        <p:spPr>
          <a:xfrm>
            <a:off x="5503655" y="2239255"/>
            <a:ext cx="1512000" cy="2460416"/>
          </a:xfrm>
        </p:spPr>
        <p:txBody>
          <a:bodyPr wrap="square" lIns="0" tIns="180000" rIns="0" bIns="0" anchor="t" anchorCtr="0">
            <a:noAutofit/>
          </a:bodyPr>
          <a:lstStyle>
            <a:lvl1pPr marL="0" indent="0" algn="l">
              <a:lnSpc>
                <a:spcPct val="120000"/>
              </a:lnSpc>
              <a:spcBef>
                <a:spcPts val="0"/>
              </a:spcBef>
              <a:buNone/>
              <a:defRPr sz="975">
                <a:solidFill>
                  <a:schemeClr val="tx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12" name="Subtitle Placeholder 5">
            <a:extLst>
              <a:ext uri="{FF2B5EF4-FFF2-40B4-BE49-F238E27FC236}">
                <a16:creationId xmlns:a16="http://schemas.microsoft.com/office/drawing/2014/main" id="{2964AEFD-6607-6E3A-2748-C0AEC09C640F}"/>
              </a:ext>
            </a:extLst>
          </p:cNvPr>
          <p:cNvSpPr>
            <a:spLocks noGrp="1"/>
          </p:cNvSpPr>
          <p:nvPr>
            <p:ph type="body" idx="43" hasCustomPrompt="1"/>
            <p:custDataLst>
              <p:tags r:id="rId11"/>
            </p:custDataLst>
          </p:nvPr>
        </p:nvSpPr>
        <p:spPr>
          <a:xfrm>
            <a:off x="7191362" y="1861241"/>
            <a:ext cx="1512000" cy="369332"/>
          </a:xfrm>
        </p:spPr>
        <p:txBody>
          <a:bodyPr wrap="square" lIns="0" tIns="0" rIns="0" bIns="0" anchor="b" anchorCtr="0">
            <a:noAutofit/>
          </a:bodyPr>
          <a:lstStyle>
            <a:lvl1pPr marL="0" indent="0" algn="l">
              <a:spcBef>
                <a:spcPts val="450"/>
              </a:spcBef>
              <a:buNone/>
              <a:defRPr sz="1200" b="1" spc="0" baseline="0">
                <a:solidFill>
                  <a:schemeClr val="tx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14" name="Text Placeholder 5">
            <a:extLst>
              <a:ext uri="{FF2B5EF4-FFF2-40B4-BE49-F238E27FC236}">
                <a16:creationId xmlns:a16="http://schemas.microsoft.com/office/drawing/2014/main" id="{1D664E3F-13E4-C78E-CAB6-CD465A952128}"/>
              </a:ext>
            </a:extLst>
          </p:cNvPr>
          <p:cNvSpPr>
            <a:spLocks noGrp="1"/>
          </p:cNvSpPr>
          <p:nvPr>
            <p:ph type="body" idx="44"/>
            <p:custDataLst>
              <p:tags r:id="rId12"/>
            </p:custDataLst>
          </p:nvPr>
        </p:nvSpPr>
        <p:spPr>
          <a:xfrm>
            <a:off x="7191362" y="2239255"/>
            <a:ext cx="1512000" cy="2460416"/>
          </a:xfrm>
        </p:spPr>
        <p:txBody>
          <a:bodyPr wrap="square" lIns="0" tIns="180000" rIns="0" bIns="0" anchor="t" anchorCtr="0">
            <a:noAutofit/>
          </a:bodyPr>
          <a:lstStyle>
            <a:lvl1pPr marL="0" indent="0" algn="l">
              <a:lnSpc>
                <a:spcPct val="120000"/>
              </a:lnSpc>
              <a:spcBef>
                <a:spcPts val="0"/>
              </a:spcBef>
              <a:buNone/>
              <a:defRPr sz="975">
                <a:solidFill>
                  <a:schemeClr val="tx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pic>
        <p:nvPicPr>
          <p:cNvPr id="15" name="Free Badge"/>
          <p:cNvPicPr>
            <a:picLocks noChangeAspect="1"/>
          </p:cNvPicPr>
          <p:nvPr userDrawn="1"/>
        </p:nvPicPr>
        <p:blipFill>
          <a:blip r:embed="rId14"/>
          <a:stretch>
            <a:fillRect/>
          </a:stretch>
        </p:blipFill>
        <p:spPr>
          <a:xfrm>
            <a:off x="7894800" y="4822200"/>
            <a:ext cx="850500" cy="205200"/>
          </a:xfrm>
          <a:prstGeom prst="rect">
            <a:avLst/>
          </a:prstGeom>
        </p:spPr>
      </p:pic>
    </p:spTree>
    <p:extLst>
      <p:ext uri="{BB962C8B-B14F-4D97-AF65-F5344CB8AC3E}">
        <p14:creationId xmlns:p14="http://schemas.microsoft.com/office/powerpoint/2010/main" val="7675849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box1V3">
    <p:bg>
      <p:bgPr>
        <a:solidFill>
          <a:schemeClr val="bg1"/>
        </a:solidFill>
        <a:effectLst/>
      </p:bgPr>
    </p:bg>
    <p:spTree>
      <p:nvGrpSpPr>
        <p:cNvPr id="1" name=""/>
        <p:cNvGrpSpPr/>
        <p:nvPr/>
      </p:nvGrpSpPr>
      <p:grpSpPr>
        <a:xfrm>
          <a:off x="0" y="0"/>
          <a:ext cx="0" cy="0"/>
          <a:chOff x="0" y="0"/>
          <a:chExt cx="0" cy="0"/>
        </a:xfrm>
      </p:grpSpPr>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1"/>
            </p:custDataLst>
          </p:nvPr>
        </p:nvSpPr>
        <p:spPr>
          <a:xfrm>
            <a:off x="440531" y="802238"/>
            <a:ext cx="8262938" cy="902246"/>
          </a:xfrm>
          <a:prstGeom prst="rect">
            <a:avLst/>
          </a:prstGeom>
        </p:spPr>
        <p:txBody>
          <a:bodyPr vert="horz" wrap="square" lIns="0" tIns="216000" rIns="0" bIns="0" rtlCol="0" anchor="t" anchorCtr="0">
            <a:noAutofit/>
          </a:bodyPr>
          <a:lstStyle>
            <a:lvl1pPr algn="l">
              <a:lnSpc>
                <a:spcPct val="80000"/>
              </a:lnSpc>
              <a:defRPr sz="3000" b="0" spc="0" baseline="0">
                <a:solidFill>
                  <a:schemeClr val="tx1"/>
                </a:solidFill>
                <a:latin typeface="Arial" panose="020B0604020202020204" pitchFamily="34" charset="0"/>
                <a:cs typeface="Arial" panose="020B0604020202020204" pitchFamily="34" charset="0"/>
              </a:defRPr>
            </a:lvl1pPr>
          </a:lstStyle>
          <a:p>
            <a:pPr lvl="0"/>
            <a:r>
              <a:rPr lang="en-US" dirty="0"/>
              <a:t>Click To Edit Master TextStyles</a:t>
            </a:r>
            <a:br>
              <a:rPr lang="en-US" dirty="0"/>
            </a:br>
            <a:endParaRPr lang="ru-RU" dirty="0"/>
          </a:p>
        </p:txBody>
      </p:sp>
      <p:sp>
        <p:nvSpPr>
          <p:cNvPr id="2" name="Subtitle Placeholder">
            <a:extLst>
              <a:ext uri="{FF2B5EF4-FFF2-40B4-BE49-F238E27FC236}">
                <a16:creationId xmlns:a16="http://schemas.microsoft.com/office/drawing/2014/main" id="{A1E8A89B-645C-8AB1-3B52-88BB68EB59DC}"/>
              </a:ext>
            </a:extLst>
          </p:cNvPr>
          <p:cNvSpPr>
            <a:spLocks noGrp="1"/>
          </p:cNvSpPr>
          <p:nvPr>
            <p:ph type="body" idx="26" hasCustomPrompt="1"/>
            <p:custDataLst>
              <p:tags r:id="rId2"/>
            </p:custDataLst>
          </p:nvPr>
        </p:nvSpPr>
        <p:spPr>
          <a:xfrm>
            <a:off x="4491037" y="1861241"/>
            <a:ext cx="4212432" cy="369332"/>
          </a:xfrm>
        </p:spPr>
        <p:txBody>
          <a:bodyPr wrap="square" lIns="0" tIns="0" rIns="0" bIns="0" anchor="b" anchorCtr="0">
            <a:noAutofit/>
          </a:bodyPr>
          <a:lstStyle>
            <a:lvl1pPr marL="0" indent="0" algn="l">
              <a:spcBef>
                <a:spcPts val="450"/>
              </a:spcBef>
              <a:buNone/>
              <a:defRPr sz="1200" b="1" spc="0" baseline="0">
                <a:solidFill>
                  <a:schemeClr val="tx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8" name="Footer Placeholder">
            <a:extLst>
              <a:ext uri="{FF2B5EF4-FFF2-40B4-BE49-F238E27FC236}">
                <a16:creationId xmlns:a16="http://schemas.microsoft.com/office/drawing/2014/main" id="{832DB304-7E5E-DA1E-806F-E20C54C59C52}"/>
              </a:ext>
            </a:extLst>
          </p:cNvPr>
          <p:cNvSpPr>
            <a:spLocks noGrp="1"/>
          </p:cNvSpPr>
          <p:nvPr>
            <p:ph type="body" sz="quarter" idx="22" hasCustomPrompt="1"/>
            <p:custDataLst>
              <p:tags r:id="rId3"/>
            </p:custDataLst>
          </p:nvPr>
        </p:nvSpPr>
        <p:spPr>
          <a:xfrm>
            <a:off x="440532" y="411868"/>
            <a:ext cx="3550168" cy="126958"/>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825">
                <a:solidFill>
                  <a:schemeClr val="tx1">
                    <a:alpha val="50000"/>
                  </a:schemeClr>
                </a:solidFill>
                <a:latin typeface="Arial" panose="020B0604020202020204" pitchFamily="34" charset="0"/>
                <a:cs typeface="Arial" panose="020B0604020202020204" pitchFamily="34" charset="0"/>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Click To Edit Master Text Style</a:t>
            </a:r>
            <a:endParaRPr lang="ru-RU" dirty="0"/>
          </a:p>
        </p:txBody>
      </p:sp>
      <p:cxnSp>
        <p:nvCxnSpPr>
          <p:cNvPr id="4" name="Straight Connector 3">
            <a:extLst>
              <a:ext uri="{FF2B5EF4-FFF2-40B4-BE49-F238E27FC236}">
                <a16:creationId xmlns:a16="http://schemas.microsoft.com/office/drawing/2014/main" id="{70E9A755-994B-1EFD-FC7E-10A9E1DC814E}"/>
              </a:ext>
            </a:extLst>
          </p:cNvPr>
          <p:cNvCxnSpPr>
            <a:cxnSpLocks/>
          </p:cNvCxnSpPr>
          <p:nvPr userDrawn="1"/>
        </p:nvCxnSpPr>
        <p:spPr>
          <a:xfrm>
            <a:off x="440532" y="670532"/>
            <a:ext cx="5292178" cy="0"/>
          </a:xfrm>
          <a:prstGeom prst="line">
            <a:avLst/>
          </a:prstGeom>
          <a:ln w="12700">
            <a:solidFill>
              <a:schemeClr val="accent2"/>
            </a:solidFill>
          </a:ln>
        </p:spPr>
        <p:style>
          <a:lnRef idx="2">
            <a:schemeClr val="accent1"/>
          </a:lnRef>
          <a:fillRef idx="0">
            <a:schemeClr val="accent1"/>
          </a:fillRef>
          <a:effectRef idx="1">
            <a:schemeClr val="accent1"/>
          </a:effectRef>
          <a:fontRef idx="minor">
            <a:schemeClr val="tx1"/>
          </a:fontRef>
        </p:style>
      </p:cxnSp>
      <p:sp>
        <p:nvSpPr>
          <p:cNvPr id="13" name="Text Placeholder">
            <a:extLst>
              <a:ext uri="{FF2B5EF4-FFF2-40B4-BE49-F238E27FC236}">
                <a16:creationId xmlns:a16="http://schemas.microsoft.com/office/drawing/2014/main" id="{729A96BD-69DB-BCA6-59BB-5947B38CC191}"/>
              </a:ext>
            </a:extLst>
          </p:cNvPr>
          <p:cNvSpPr>
            <a:spLocks noGrp="1"/>
          </p:cNvSpPr>
          <p:nvPr>
            <p:ph type="body" idx="36"/>
            <p:custDataLst>
              <p:tags r:id="rId4"/>
            </p:custDataLst>
          </p:nvPr>
        </p:nvSpPr>
        <p:spPr>
          <a:xfrm>
            <a:off x="4491037" y="2239255"/>
            <a:ext cx="4212432" cy="2460416"/>
          </a:xfrm>
        </p:spPr>
        <p:txBody>
          <a:bodyPr wrap="square" lIns="0" tIns="180000" rIns="0" bIns="0" anchor="t" anchorCtr="0">
            <a:noAutofit/>
          </a:bodyPr>
          <a:lstStyle>
            <a:lvl1pPr marL="0" indent="0" algn="l">
              <a:lnSpc>
                <a:spcPct val="120000"/>
              </a:lnSpc>
              <a:spcBef>
                <a:spcPts val="0"/>
              </a:spcBef>
              <a:buNone/>
              <a:defRPr sz="975">
                <a:solidFill>
                  <a:schemeClr val="tx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3" name="Rectangle 2">
            <a:extLst>
              <a:ext uri="{FF2B5EF4-FFF2-40B4-BE49-F238E27FC236}">
                <a16:creationId xmlns:a16="http://schemas.microsoft.com/office/drawing/2014/main" id="{2C34D907-1771-9B95-F433-53562EE5BD5D}"/>
              </a:ext>
            </a:extLst>
          </p:cNvPr>
          <p:cNvSpPr/>
          <p:nvPr userDrawn="1"/>
        </p:nvSpPr>
        <p:spPr>
          <a:xfrm>
            <a:off x="440531" y="655243"/>
            <a:ext cx="1944000" cy="32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accent1"/>
              </a:solidFill>
            </a:endParaRPr>
          </a:p>
        </p:txBody>
      </p:sp>
      <p:sp>
        <p:nvSpPr>
          <p:cNvPr id="6" name="Picture Placeholder 5">
            <a:extLst>
              <a:ext uri="{FF2B5EF4-FFF2-40B4-BE49-F238E27FC236}">
                <a16:creationId xmlns:a16="http://schemas.microsoft.com/office/drawing/2014/main" id="{D522E790-B18C-B6D4-FD73-F9C6A41DD8C1}"/>
              </a:ext>
            </a:extLst>
          </p:cNvPr>
          <p:cNvSpPr>
            <a:spLocks noGrp="1"/>
          </p:cNvSpPr>
          <p:nvPr>
            <p:ph type="pic" sz="quarter" idx="37"/>
          </p:nvPr>
        </p:nvSpPr>
        <p:spPr>
          <a:xfrm>
            <a:off x="440532" y="1861240"/>
            <a:ext cx="3726506" cy="2838157"/>
          </a:xfrm>
        </p:spPr>
        <p:txBody>
          <a:bodyPr/>
          <a:lstStyle/>
          <a:p>
            <a:endParaRPr lang="ru-RU"/>
          </a:p>
        </p:txBody>
      </p:sp>
      <p:sp>
        <p:nvSpPr>
          <p:cNvPr id="16" name="Rectangle 15">
            <a:extLst>
              <a:ext uri="{FF2B5EF4-FFF2-40B4-BE49-F238E27FC236}">
                <a16:creationId xmlns:a16="http://schemas.microsoft.com/office/drawing/2014/main" id="{02E389E2-0E1A-7403-BF49-14BC88DC32E6}"/>
              </a:ext>
            </a:extLst>
          </p:cNvPr>
          <p:cNvSpPr/>
          <p:nvPr userDrawn="1"/>
        </p:nvSpPr>
        <p:spPr>
          <a:xfrm>
            <a:off x="0" y="5062500"/>
            <a:ext cx="9144000" cy="81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5" name="Free Badge"/>
          <p:cNvPicPr>
            <a:picLocks noChangeAspect="1"/>
          </p:cNvPicPr>
          <p:nvPr userDrawn="1"/>
        </p:nvPicPr>
        <p:blipFill>
          <a:blip r:embed="rId6"/>
          <a:stretch>
            <a:fillRect/>
          </a:stretch>
        </p:blipFill>
        <p:spPr>
          <a:xfrm>
            <a:off x="7894800" y="4822200"/>
            <a:ext cx="850500" cy="205200"/>
          </a:xfrm>
          <a:prstGeom prst="rect">
            <a:avLst/>
          </a:prstGeom>
        </p:spPr>
      </p:pic>
    </p:spTree>
    <p:extLst>
      <p:ext uri="{BB962C8B-B14F-4D97-AF65-F5344CB8AC3E}">
        <p14:creationId xmlns:p14="http://schemas.microsoft.com/office/powerpoint/2010/main" val="3794510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box1V2">
    <p:bg>
      <p:bgPr>
        <a:solidFill>
          <a:schemeClr val="bg1"/>
        </a:solidFill>
        <a:effectLst/>
      </p:bgPr>
    </p:bg>
    <p:spTree>
      <p:nvGrpSpPr>
        <p:cNvPr id="1" name=""/>
        <p:cNvGrpSpPr/>
        <p:nvPr/>
      </p:nvGrpSpPr>
      <p:grpSpPr>
        <a:xfrm>
          <a:off x="0" y="0"/>
          <a:ext cx="0" cy="0"/>
          <a:chOff x="0" y="0"/>
          <a:chExt cx="0" cy="0"/>
        </a:xfrm>
      </p:grpSpPr>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1"/>
            </p:custDataLst>
          </p:nvPr>
        </p:nvSpPr>
        <p:spPr>
          <a:xfrm>
            <a:off x="440531" y="802238"/>
            <a:ext cx="8262938" cy="902246"/>
          </a:xfrm>
          <a:prstGeom prst="rect">
            <a:avLst/>
          </a:prstGeom>
        </p:spPr>
        <p:txBody>
          <a:bodyPr vert="horz" wrap="square" lIns="0" tIns="216000" rIns="0" bIns="0" rtlCol="0" anchor="t" anchorCtr="0">
            <a:noAutofit/>
          </a:bodyPr>
          <a:lstStyle>
            <a:lvl1pPr algn="l">
              <a:lnSpc>
                <a:spcPct val="80000"/>
              </a:lnSpc>
              <a:defRPr sz="3000" b="0" spc="0" baseline="0">
                <a:solidFill>
                  <a:schemeClr val="tx1"/>
                </a:solidFill>
                <a:latin typeface="Arial" panose="020B0604020202020204" pitchFamily="34" charset="0"/>
                <a:cs typeface="Arial" panose="020B0604020202020204" pitchFamily="34" charset="0"/>
              </a:defRPr>
            </a:lvl1pPr>
          </a:lstStyle>
          <a:p>
            <a:pPr lvl="0"/>
            <a:r>
              <a:rPr lang="en-US" dirty="0"/>
              <a:t>Click To Edit Master TextStyles</a:t>
            </a:r>
            <a:endParaRPr lang="ru-RU" dirty="0"/>
          </a:p>
        </p:txBody>
      </p:sp>
      <p:sp>
        <p:nvSpPr>
          <p:cNvPr id="2" name="Subtitle Placeholder">
            <a:extLst>
              <a:ext uri="{FF2B5EF4-FFF2-40B4-BE49-F238E27FC236}">
                <a16:creationId xmlns:a16="http://schemas.microsoft.com/office/drawing/2014/main" id="{A1E8A89B-645C-8AB1-3B52-88BB68EB59DC}"/>
              </a:ext>
            </a:extLst>
          </p:cNvPr>
          <p:cNvSpPr>
            <a:spLocks noGrp="1"/>
          </p:cNvSpPr>
          <p:nvPr>
            <p:ph type="body" idx="26" hasCustomPrompt="1"/>
            <p:custDataLst>
              <p:tags r:id="rId2"/>
            </p:custDataLst>
          </p:nvPr>
        </p:nvSpPr>
        <p:spPr>
          <a:xfrm>
            <a:off x="440531" y="1861241"/>
            <a:ext cx="4836734" cy="369332"/>
          </a:xfrm>
        </p:spPr>
        <p:txBody>
          <a:bodyPr wrap="square" lIns="0" tIns="0" rIns="0" bIns="0" anchor="b" anchorCtr="0">
            <a:noAutofit/>
          </a:bodyPr>
          <a:lstStyle>
            <a:lvl1pPr marL="0" indent="0" algn="l">
              <a:spcBef>
                <a:spcPts val="450"/>
              </a:spcBef>
              <a:buNone/>
              <a:defRPr sz="1200" b="1" spc="0" baseline="0">
                <a:solidFill>
                  <a:schemeClr val="tx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8" name="Footer Placeholder">
            <a:extLst>
              <a:ext uri="{FF2B5EF4-FFF2-40B4-BE49-F238E27FC236}">
                <a16:creationId xmlns:a16="http://schemas.microsoft.com/office/drawing/2014/main" id="{832DB304-7E5E-DA1E-806F-E20C54C59C52}"/>
              </a:ext>
            </a:extLst>
          </p:cNvPr>
          <p:cNvSpPr>
            <a:spLocks noGrp="1"/>
          </p:cNvSpPr>
          <p:nvPr>
            <p:ph type="body" sz="quarter" idx="22" hasCustomPrompt="1"/>
            <p:custDataLst>
              <p:tags r:id="rId3"/>
            </p:custDataLst>
          </p:nvPr>
        </p:nvSpPr>
        <p:spPr>
          <a:xfrm>
            <a:off x="440532" y="411868"/>
            <a:ext cx="3550168" cy="126958"/>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825">
                <a:solidFill>
                  <a:schemeClr val="tx1">
                    <a:alpha val="50000"/>
                  </a:schemeClr>
                </a:solidFill>
                <a:latin typeface="Arial" panose="020B0604020202020204" pitchFamily="34" charset="0"/>
                <a:cs typeface="Arial" panose="020B0604020202020204" pitchFamily="34" charset="0"/>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Click To Edit Master Text Style</a:t>
            </a:r>
            <a:endParaRPr lang="ru-RU" dirty="0"/>
          </a:p>
        </p:txBody>
      </p:sp>
      <p:sp>
        <p:nvSpPr>
          <p:cNvPr id="13" name="Text Placeholder">
            <a:extLst>
              <a:ext uri="{FF2B5EF4-FFF2-40B4-BE49-F238E27FC236}">
                <a16:creationId xmlns:a16="http://schemas.microsoft.com/office/drawing/2014/main" id="{729A96BD-69DB-BCA6-59BB-5947B38CC191}"/>
              </a:ext>
            </a:extLst>
          </p:cNvPr>
          <p:cNvSpPr>
            <a:spLocks noGrp="1"/>
          </p:cNvSpPr>
          <p:nvPr>
            <p:ph type="body" idx="36"/>
            <p:custDataLst>
              <p:tags r:id="rId4"/>
            </p:custDataLst>
          </p:nvPr>
        </p:nvSpPr>
        <p:spPr>
          <a:xfrm>
            <a:off x="440532" y="2239255"/>
            <a:ext cx="4833431" cy="2460416"/>
          </a:xfrm>
        </p:spPr>
        <p:txBody>
          <a:bodyPr wrap="square" lIns="0" tIns="180000" rIns="0" bIns="0" anchor="t" anchorCtr="0">
            <a:noAutofit/>
          </a:bodyPr>
          <a:lstStyle>
            <a:lvl1pPr marL="0" indent="0" algn="l">
              <a:lnSpc>
                <a:spcPct val="120000"/>
              </a:lnSpc>
              <a:spcBef>
                <a:spcPts val="0"/>
              </a:spcBef>
              <a:buNone/>
              <a:defRPr sz="975">
                <a:solidFill>
                  <a:schemeClr val="tx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cxnSp>
        <p:nvCxnSpPr>
          <p:cNvPr id="25" name="Straight Connector 24">
            <a:extLst>
              <a:ext uri="{FF2B5EF4-FFF2-40B4-BE49-F238E27FC236}">
                <a16:creationId xmlns:a16="http://schemas.microsoft.com/office/drawing/2014/main" id="{2589D093-3B31-CC14-F1CE-0AFC83C7AF58}"/>
              </a:ext>
            </a:extLst>
          </p:cNvPr>
          <p:cNvCxnSpPr>
            <a:cxnSpLocks/>
          </p:cNvCxnSpPr>
          <p:nvPr userDrawn="1"/>
        </p:nvCxnSpPr>
        <p:spPr>
          <a:xfrm>
            <a:off x="440531" y="670532"/>
            <a:ext cx="8262938" cy="0"/>
          </a:xfrm>
          <a:prstGeom prst="line">
            <a:avLst/>
          </a:prstGeom>
          <a:ln w="12700">
            <a:solidFill>
              <a:schemeClr val="accent2"/>
            </a:solidFill>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B2EC93A1-6D7C-4C83-3DDA-3B18A5517E05}"/>
              </a:ext>
            </a:extLst>
          </p:cNvPr>
          <p:cNvSpPr/>
          <p:nvPr userDrawn="1"/>
        </p:nvSpPr>
        <p:spPr>
          <a:xfrm>
            <a:off x="440531" y="655243"/>
            <a:ext cx="1944000" cy="32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accent1"/>
              </a:solidFill>
            </a:endParaRPr>
          </a:p>
        </p:txBody>
      </p:sp>
      <p:sp>
        <p:nvSpPr>
          <p:cNvPr id="30" name="Rectangle 29">
            <a:extLst>
              <a:ext uri="{FF2B5EF4-FFF2-40B4-BE49-F238E27FC236}">
                <a16:creationId xmlns:a16="http://schemas.microsoft.com/office/drawing/2014/main" id="{CFE89AC2-FBF0-4D61-F465-274E1ACD2FFF}"/>
              </a:ext>
            </a:extLst>
          </p:cNvPr>
          <p:cNvSpPr/>
          <p:nvPr userDrawn="1"/>
        </p:nvSpPr>
        <p:spPr>
          <a:xfrm>
            <a:off x="0" y="5062500"/>
            <a:ext cx="9144000" cy="81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16" name="Graphic 15">
            <a:extLst>
              <a:ext uri="{FF2B5EF4-FFF2-40B4-BE49-F238E27FC236}">
                <a16:creationId xmlns:a16="http://schemas.microsoft.com/office/drawing/2014/main" id="{EE74D41E-DAC7-E9D6-B305-F864992167C3}"/>
              </a:ext>
            </a:extLst>
          </p:cNvPr>
          <p:cNvPicPr>
            <a:picLocks noChangeAspect="1"/>
          </p:cNvPicPr>
          <p:nvPr userDrawn="1"/>
        </p:nvPicPr>
        <p:blipFill>
          <a:blip r:embed="rId6">
            <a:extLst>
              <a:ext uri="{96DAC541-7B7A-43D3-8B79-37D633B846F1}">
                <asvg:svgBlip xmlns:asvg="http://schemas.microsoft.com/office/drawing/2016/SVG/main" r:embed="rId7"/>
              </a:ext>
            </a:extLst>
          </a:blip>
          <a:srcRect r="42430"/>
          <a:stretch>
            <a:fillRect/>
          </a:stretch>
        </p:blipFill>
        <p:spPr>
          <a:xfrm>
            <a:off x="5584813" y="1861241"/>
            <a:ext cx="2996192" cy="2927509"/>
          </a:xfrm>
          <a:prstGeom prst="rect">
            <a:avLst/>
          </a:prstGeom>
        </p:spPr>
      </p:pic>
      <p:pic>
        <p:nvPicPr>
          <p:cNvPr id="3" name="Free Badge"/>
          <p:cNvPicPr>
            <a:picLocks noChangeAspect="1"/>
          </p:cNvPicPr>
          <p:nvPr userDrawn="1"/>
        </p:nvPicPr>
        <p:blipFill>
          <a:blip r:embed="rId8"/>
          <a:stretch>
            <a:fillRect/>
          </a:stretch>
        </p:blipFill>
        <p:spPr>
          <a:xfrm>
            <a:off x="7894800" y="4822200"/>
            <a:ext cx="850500" cy="205200"/>
          </a:xfrm>
          <a:prstGeom prst="rect">
            <a:avLst/>
          </a:prstGeom>
        </p:spPr>
      </p:pic>
    </p:spTree>
    <p:extLst>
      <p:ext uri="{BB962C8B-B14F-4D97-AF65-F5344CB8AC3E}">
        <p14:creationId xmlns:p14="http://schemas.microsoft.com/office/powerpoint/2010/main" val="17038524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box1V1">
    <p:bg>
      <p:bgPr>
        <a:solidFill>
          <a:schemeClr val="bg1"/>
        </a:solidFill>
        <a:effectLst/>
      </p:bgPr>
    </p:bg>
    <p:spTree>
      <p:nvGrpSpPr>
        <p:cNvPr id="1" name=""/>
        <p:cNvGrpSpPr/>
        <p:nvPr/>
      </p:nvGrpSpPr>
      <p:grpSpPr>
        <a:xfrm>
          <a:off x="0" y="0"/>
          <a:ext cx="0" cy="0"/>
          <a:chOff x="0" y="0"/>
          <a:chExt cx="0" cy="0"/>
        </a:xfrm>
      </p:grpSpPr>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1"/>
            </p:custDataLst>
          </p:nvPr>
        </p:nvSpPr>
        <p:spPr>
          <a:xfrm>
            <a:off x="440531" y="802238"/>
            <a:ext cx="5292179" cy="902246"/>
          </a:xfrm>
          <a:prstGeom prst="rect">
            <a:avLst/>
          </a:prstGeom>
        </p:spPr>
        <p:txBody>
          <a:bodyPr vert="horz" wrap="square" lIns="0" tIns="216000" rIns="0" bIns="0" rtlCol="0" anchor="t" anchorCtr="0">
            <a:noAutofit/>
          </a:bodyPr>
          <a:lstStyle>
            <a:lvl1pPr algn="l">
              <a:lnSpc>
                <a:spcPct val="80000"/>
              </a:lnSpc>
              <a:defRPr sz="3000" b="0" spc="0" baseline="0">
                <a:solidFill>
                  <a:schemeClr val="tx1"/>
                </a:solidFill>
                <a:latin typeface="Arial" panose="020B0604020202020204" pitchFamily="34" charset="0"/>
                <a:cs typeface="Arial" panose="020B0604020202020204" pitchFamily="34" charset="0"/>
              </a:defRPr>
            </a:lvl1pPr>
          </a:lstStyle>
          <a:p>
            <a:pPr lvl="0"/>
            <a:r>
              <a:rPr lang="en-US" dirty="0"/>
              <a:t>Click To Edit Master TextStyles</a:t>
            </a:r>
            <a:br>
              <a:rPr lang="en-US" dirty="0"/>
            </a:br>
            <a:endParaRPr lang="ru-RU" dirty="0"/>
          </a:p>
        </p:txBody>
      </p:sp>
      <p:sp>
        <p:nvSpPr>
          <p:cNvPr id="2" name="Subtitle Placeholder">
            <a:extLst>
              <a:ext uri="{FF2B5EF4-FFF2-40B4-BE49-F238E27FC236}">
                <a16:creationId xmlns:a16="http://schemas.microsoft.com/office/drawing/2014/main" id="{A1E8A89B-645C-8AB1-3B52-88BB68EB59DC}"/>
              </a:ext>
            </a:extLst>
          </p:cNvPr>
          <p:cNvSpPr>
            <a:spLocks noGrp="1"/>
          </p:cNvSpPr>
          <p:nvPr>
            <p:ph type="body" idx="26" hasCustomPrompt="1"/>
            <p:custDataLst>
              <p:tags r:id="rId2"/>
            </p:custDataLst>
          </p:nvPr>
        </p:nvSpPr>
        <p:spPr>
          <a:xfrm>
            <a:off x="440530" y="1861241"/>
            <a:ext cx="5292179" cy="369332"/>
          </a:xfrm>
        </p:spPr>
        <p:txBody>
          <a:bodyPr wrap="square" lIns="0" tIns="0" rIns="0" bIns="0" anchor="b" anchorCtr="0">
            <a:noAutofit/>
          </a:bodyPr>
          <a:lstStyle>
            <a:lvl1pPr marL="0" indent="0" algn="l">
              <a:spcBef>
                <a:spcPts val="450"/>
              </a:spcBef>
              <a:buNone/>
              <a:defRPr sz="1200" b="1" spc="0" baseline="0">
                <a:solidFill>
                  <a:schemeClr val="tx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8" name="Footer Placeholder">
            <a:extLst>
              <a:ext uri="{FF2B5EF4-FFF2-40B4-BE49-F238E27FC236}">
                <a16:creationId xmlns:a16="http://schemas.microsoft.com/office/drawing/2014/main" id="{832DB304-7E5E-DA1E-806F-E20C54C59C52}"/>
              </a:ext>
            </a:extLst>
          </p:cNvPr>
          <p:cNvSpPr>
            <a:spLocks noGrp="1"/>
          </p:cNvSpPr>
          <p:nvPr>
            <p:ph type="body" sz="quarter" idx="22" hasCustomPrompt="1"/>
            <p:custDataLst>
              <p:tags r:id="rId3"/>
            </p:custDataLst>
          </p:nvPr>
        </p:nvSpPr>
        <p:spPr>
          <a:xfrm>
            <a:off x="440532" y="411868"/>
            <a:ext cx="3550168" cy="126958"/>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825">
                <a:solidFill>
                  <a:schemeClr val="tx1">
                    <a:alpha val="50000"/>
                  </a:schemeClr>
                </a:solidFill>
                <a:latin typeface="Arial" panose="020B0604020202020204" pitchFamily="34" charset="0"/>
                <a:cs typeface="Arial" panose="020B0604020202020204" pitchFamily="34" charset="0"/>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Click To Edit Master Text Style</a:t>
            </a:r>
            <a:endParaRPr lang="ru-RU" dirty="0"/>
          </a:p>
        </p:txBody>
      </p:sp>
      <p:cxnSp>
        <p:nvCxnSpPr>
          <p:cNvPr id="4" name="Straight Connector 3">
            <a:extLst>
              <a:ext uri="{FF2B5EF4-FFF2-40B4-BE49-F238E27FC236}">
                <a16:creationId xmlns:a16="http://schemas.microsoft.com/office/drawing/2014/main" id="{70E9A755-994B-1EFD-FC7E-10A9E1DC814E}"/>
              </a:ext>
            </a:extLst>
          </p:cNvPr>
          <p:cNvCxnSpPr>
            <a:cxnSpLocks/>
          </p:cNvCxnSpPr>
          <p:nvPr userDrawn="1"/>
        </p:nvCxnSpPr>
        <p:spPr>
          <a:xfrm>
            <a:off x="440532" y="670532"/>
            <a:ext cx="5292178" cy="0"/>
          </a:xfrm>
          <a:prstGeom prst="line">
            <a:avLst/>
          </a:prstGeom>
          <a:ln w="12700">
            <a:solidFill>
              <a:schemeClr val="accent2"/>
            </a:solidFill>
          </a:ln>
        </p:spPr>
        <p:style>
          <a:lnRef idx="2">
            <a:schemeClr val="accent1"/>
          </a:lnRef>
          <a:fillRef idx="0">
            <a:schemeClr val="accent1"/>
          </a:fillRef>
          <a:effectRef idx="1">
            <a:schemeClr val="accent1"/>
          </a:effectRef>
          <a:fontRef idx="minor">
            <a:schemeClr val="tx1"/>
          </a:fontRef>
        </p:style>
      </p:cxnSp>
      <p:sp>
        <p:nvSpPr>
          <p:cNvPr id="13" name="Text Placeholder">
            <a:extLst>
              <a:ext uri="{FF2B5EF4-FFF2-40B4-BE49-F238E27FC236}">
                <a16:creationId xmlns:a16="http://schemas.microsoft.com/office/drawing/2014/main" id="{729A96BD-69DB-BCA6-59BB-5947B38CC191}"/>
              </a:ext>
            </a:extLst>
          </p:cNvPr>
          <p:cNvSpPr>
            <a:spLocks noGrp="1"/>
          </p:cNvSpPr>
          <p:nvPr>
            <p:ph type="body" idx="36"/>
            <p:custDataLst>
              <p:tags r:id="rId4"/>
            </p:custDataLst>
          </p:nvPr>
        </p:nvSpPr>
        <p:spPr>
          <a:xfrm>
            <a:off x="440530" y="2239255"/>
            <a:ext cx="5292179" cy="2460416"/>
          </a:xfrm>
        </p:spPr>
        <p:txBody>
          <a:bodyPr wrap="square" lIns="0" tIns="180000" rIns="0" bIns="0" anchor="t" anchorCtr="0">
            <a:noAutofit/>
          </a:bodyPr>
          <a:lstStyle>
            <a:lvl1pPr marL="0" indent="0" algn="l">
              <a:lnSpc>
                <a:spcPct val="120000"/>
              </a:lnSpc>
              <a:spcBef>
                <a:spcPts val="0"/>
              </a:spcBef>
              <a:buNone/>
              <a:defRPr sz="975">
                <a:solidFill>
                  <a:schemeClr val="tx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3" name="Rectangle 2">
            <a:extLst>
              <a:ext uri="{FF2B5EF4-FFF2-40B4-BE49-F238E27FC236}">
                <a16:creationId xmlns:a16="http://schemas.microsoft.com/office/drawing/2014/main" id="{2C34D907-1771-9B95-F433-53562EE5BD5D}"/>
              </a:ext>
            </a:extLst>
          </p:cNvPr>
          <p:cNvSpPr/>
          <p:nvPr userDrawn="1"/>
        </p:nvSpPr>
        <p:spPr>
          <a:xfrm>
            <a:off x="440531" y="655243"/>
            <a:ext cx="1944000" cy="32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accent1"/>
              </a:solidFill>
            </a:endParaRPr>
          </a:p>
        </p:txBody>
      </p:sp>
      <p:sp>
        <p:nvSpPr>
          <p:cNvPr id="6" name="Picture Placeholder 5">
            <a:extLst>
              <a:ext uri="{FF2B5EF4-FFF2-40B4-BE49-F238E27FC236}">
                <a16:creationId xmlns:a16="http://schemas.microsoft.com/office/drawing/2014/main" id="{D522E790-B18C-B6D4-FD73-F9C6A41DD8C1}"/>
              </a:ext>
            </a:extLst>
          </p:cNvPr>
          <p:cNvSpPr>
            <a:spLocks noGrp="1"/>
          </p:cNvSpPr>
          <p:nvPr>
            <p:ph type="pic" sz="quarter" idx="37"/>
          </p:nvPr>
        </p:nvSpPr>
        <p:spPr>
          <a:xfrm>
            <a:off x="6056710" y="438152"/>
            <a:ext cx="2646759" cy="4261245"/>
          </a:xfrm>
        </p:spPr>
        <p:txBody>
          <a:bodyPr/>
          <a:lstStyle/>
          <a:p>
            <a:endParaRPr lang="ru-RU"/>
          </a:p>
        </p:txBody>
      </p:sp>
      <p:sp>
        <p:nvSpPr>
          <p:cNvPr id="16" name="Rectangle 15">
            <a:extLst>
              <a:ext uri="{FF2B5EF4-FFF2-40B4-BE49-F238E27FC236}">
                <a16:creationId xmlns:a16="http://schemas.microsoft.com/office/drawing/2014/main" id="{02E389E2-0E1A-7403-BF49-14BC88DC32E6}"/>
              </a:ext>
            </a:extLst>
          </p:cNvPr>
          <p:cNvSpPr/>
          <p:nvPr userDrawn="1"/>
        </p:nvSpPr>
        <p:spPr>
          <a:xfrm>
            <a:off x="0" y="5062500"/>
            <a:ext cx="9144000" cy="81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5" name="Free Badge"/>
          <p:cNvPicPr>
            <a:picLocks noChangeAspect="1"/>
          </p:cNvPicPr>
          <p:nvPr userDrawn="1"/>
        </p:nvPicPr>
        <p:blipFill>
          <a:blip r:embed="rId6"/>
          <a:stretch>
            <a:fillRect/>
          </a:stretch>
        </p:blipFill>
        <p:spPr>
          <a:xfrm>
            <a:off x="7894800" y="4822200"/>
            <a:ext cx="850500" cy="205200"/>
          </a:xfrm>
          <a:prstGeom prst="rect">
            <a:avLst/>
          </a:prstGeom>
        </p:spPr>
      </p:pic>
    </p:spTree>
    <p:extLst>
      <p:ext uri="{BB962C8B-B14F-4D97-AF65-F5344CB8AC3E}">
        <p14:creationId xmlns:p14="http://schemas.microsoft.com/office/powerpoint/2010/main" val="18726666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solidFill>
        <a:effectLst/>
      </p:bgPr>
    </p:bg>
    <p:spTree>
      <p:nvGrpSpPr>
        <p:cNvPr id="1" name=""/>
        <p:cNvGrpSpPr/>
        <p:nvPr/>
      </p:nvGrpSpPr>
      <p:grpSpPr>
        <a:xfrm>
          <a:off x="0" y="0"/>
          <a:ext cx="0" cy="0"/>
          <a:chOff x="0" y="0"/>
          <a:chExt cx="0" cy="0"/>
        </a:xfrm>
      </p:grpSpPr>
      <p:sp>
        <p:nvSpPr>
          <p:cNvPr id="7" name="Title Placeholder">
            <a:extLst>
              <a:ext uri="{FF2B5EF4-FFF2-40B4-BE49-F238E27FC236}">
                <a16:creationId xmlns:a16="http://schemas.microsoft.com/office/drawing/2014/main" id="{365F4140-01A9-CA27-95B0-9995EFE83268}"/>
              </a:ext>
            </a:extLst>
          </p:cNvPr>
          <p:cNvSpPr>
            <a:spLocks noGrp="1"/>
          </p:cNvSpPr>
          <p:nvPr>
            <p:ph type="title" hasCustomPrompt="1"/>
            <p:custDataLst>
              <p:tags r:id="rId1"/>
            </p:custDataLst>
          </p:nvPr>
        </p:nvSpPr>
        <p:spPr>
          <a:xfrm>
            <a:off x="440531" y="1275110"/>
            <a:ext cx="5454254" cy="1411386"/>
          </a:xfrm>
          <a:prstGeom prst="rect">
            <a:avLst/>
          </a:prstGeom>
        </p:spPr>
        <p:txBody>
          <a:bodyPr vert="horz" wrap="square" lIns="0" tIns="108000" rIns="0" bIns="0" rtlCol="0" anchor="b" anchorCtr="0">
            <a:noAutofit/>
          </a:bodyPr>
          <a:lstStyle>
            <a:lvl1pPr algn="l">
              <a:lnSpc>
                <a:spcPct val="80000"/>
              </a:lnSpc>
              <a:defRPr sz="3600" b="0" spc="0" baseline="0">
                <a:solidFill>
                  <a:schemeClr val="bg1"/>
                </a:solidFill>
                <a:latin typeface="Arial" panose="020B0604020202020204" pitchFamily="34" charset="0"/>
                <a:cs typeface="Arial" panose="020B0604020202020204" pitchFamily="34" charset="0"/>
              </a:defRPr>
            </a:lvl1pPr>
          </a:lstStyle>
          <a:p>
            <a:pPr lvl="0"/>
            <a:r>
              <a:rPr lang="en-US" dirty="0"/>
              <a:t>Click To Edit Master TextStyles</a:t>
            </a:r>
            <a:endParaRPr lang="ru-RU" dirty="0"/>
          </a:p>
        </p:txBody>
      </p:sp>
      <p:sp>
        <p:nvSpPr>
          <p:cNvPr id="2" name="Subtitle Placeholder">
            <a:extLst>
              <a:ext uri="{FF2B5EF4-FFF2-40B4-BE49-F238E27FC236}">
                <a16:creationId xmlns:a16="http://schemas.microsoft.com/office/drawing/2014/main" id="{A1E8A89B-645C-8AB1-3B52-88BB68EB59DC}"/>
              </a:ext>
            </a:extLst>
          </p:cNvPr>
          <p:cNvSpPr>
            <a:spLocks noGrp="1"/>
          </p:cNvSpPr>
          <p:nvPr>
            <p:ph type="body" idx="26" hasCustomPrompt="1"/>
            <p:custDataLst>
              <p:tags r:id="rId2"/>
            </p:custDataLst>
          </p:nvPr>
        </p:nvSpPr>
        <p:spPr>
          <a:xfrm>
            <a:off x="440532" y="2960550"/>
            <a:ext cx="4131469" cy="1107996"/>
          </a:xfrm>
        </p:spPr>
        <p:txBody>
          <a:bodyPr wrap="square" lIns="0" tIns="0" rIns="0" bIns="0" anchor="t" anchorCtr="0">
            <a:noAutofit/>
          </a:bodyPr>
          <a:lstStyle>
            <a:lvl1pPr marL="0" indent="0" algn="l">
              <a:lnSpc>
                <a:spcPct val="120000"/>
              </a:lnSpc>
              <a:spcBef>
                <a:spcPts val="0"/>
              </a:spcBef>
              <a:buNone/>
              <a:defRPr sz="1200" b="1" spc="0" baseline="0">
                <a:solidFill>
                  <a:schemeClr val="bg1"/>
                </a:solidFill>
                <a:latin typeface="Arial" panose="020B0604020202020204" pitchFamily="34" charset="0"/>
                <a:cs typeface="Arial" panose="020B0604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br>
              <a:rPr lang="en-US" dirty="0"/>
            </a:br>
            <a:br>
              <a:rPr lang="en-US" dirty="0"/>
            </a:br>
            <a:br>
              <a:rPr lang="en-US" dirty="0"/>
            </a:br>
            <a:br>
              <a:rPr lang="en-US" dirty="0"/>
            </a:br>
            <a:br>
              <a:rPr lang="en-US" dirty="0"/>
            </a:br>
            <a:endParaRPr lang="en-US" dirty="0"/>
          </a:p>
        </p:txBody>
      </p:sp>
      <p:sp>
        <p:nvSpPr>
          <p:cNvPr id="3" name="Footer Placeholder">
            <a:extLst>
              <a:ext uri="{FF2B5EF4-FFF2-40B4-BE49-F238E27FC236}">
                <a16:creationId xmlns:a16="http://schemas.microsoft.com/office/drawing/2014/main" id="{248D3DA2-2698-1CC7-89F4-A455C936A4D1}"/>
              </a:ext>
            </a:extLst>
          </p:cNvPr>
          <p:cNvSpPr>
            <a:spLocks noGrp="1"/>
          </p:cNvSpPr>
          <p:nvPr>
            <p:ph type="body" sz="quarter" idx="22" hasCustomPrompt="1"/>
            <p:custDataLst>
              <p:tags r:id="rId3"/>
            </p:custDataLst>
          </p:nvPr>
        </p:nvSpPr>
        <p:spPr>
          <a:xfrm>
            <a:off x="440532" y="411868"/>
            <a:ext cx="3550168" cy="126958"/>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825">
                <a:solidFill>
                  <a:schemeClr val="bg1">
                    <a:alpha val="50000"/>
                  </a:schemeClr>
                </a:solidFill>
                <a:latin typeface="Arial" panose="020B0604020202020204" pitchFamily="34" charset="0"/>
                <a:cs typeface="Arial" panose="020B0604020202020204" pitchFamily="34" charset="0"/>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Click To Edit Master Text Style</a:t>
            </a:r>
            <a:endParaRPr lang="ru-RU" dirty="0"/>
          </a:p>
        </p:txBody>
      </p:sp>
      <p:cxnSp>
        <p:nvCxnSpPr>
          <p:cNvPr id="6" name="Straight Connector 5">
            <a:extLst>
              <a:ext uri="{FF2B5EF4-FFF2-40B4-BE49-F238E27FC236}">
                <a16:creationId xmlns:a16="http://schemas.microsoft.com/office/drawing/2014/main" id="{AA8D1CC9-A497-281E-9565-A24F0DD5F909}"/>
              </a:ext>
            </a:extLst>
          </p:cNvPr>
          <p:cNvCxnSpPr>
            <a:cxnSpLocks/>
          </p:cNvCxnSpPr>
          <p:nvPr userDrawn="1"/>
        </p:nvCxnSpPr>
        <p:spPr>
          <a:xfrm>
            <a:off x="440531" y="670532"/>
            <a:ext cx="8262938" cy="0"/>
          </a:xfrm>
          <a:prstGeom prst="line">
            <a:avLst/>
          </a:prstGeom>
          <a:ln w="12700">
            <a:solidFill>
              <a:schemeClr val="accent2"/>
            </a:solidFill>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168CD30F-5514-BA53-C07C-897AA9810395}"/>
              </a:ext>
            </a:extLst>
          </p:cNvPr>
          <p:cNvSpPr/>
          <p:nvPr userDrawn="1"/>
        </p:nvSpPr>
        <p:spPr>
          <a:xfrm>
            <a:off x="440531" y="655243"/>
            <a:ext cx="4050000" cy="32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solidFill>
                <a:schemeClr val="accent1"/>
              </a:solidFill>
            </a:endParaRPr>
          </a:p>
        </p:txBody>
      </p:sp>
      <p:sp>
        <p:nvSpPr>
          <p:cNvPr id="4" name="Rectangle 3">
            <a:extLst>
              <a:ext uri="{FF2B5EF4-FFF2-40B4-BE49-F238E27FC236}">
                <a16:creationId xmlns:a16="http://schemas.microsoft.com/office/drawing/2014/main" id="{F28F8DEE-EAE7-4611-DCFB-2DCA31D1D948}"/>
              </a:ext>
            </a:extLst>
          </p:cNvPr>
          <p:cNvSpPr/>
          <p:nvPr userDrawn="1"/>
        </p:nvSpPr>
        <p:spPr>
          <a:xfrm>
            <a:off x="0" y="5062500"/>
            <a:ext cx="9144000" cy="81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11" name="Graphic 10">
            <a:extLst>
              <a:ext uri="{FF2B5EF4-FFF2-40B4-BE49-F238E27FC236}">
                <a16:creationId xmlns:a16="http://schemas.microsoft.com/office/drawing/2014/main" id="{C67FEFAF-AAF4-315E-2AA1-3F0C6DFC59AA}"/>
              </a:ext>
            </a:extLst>
          </p:cNvPr>
          <p:cNvPicPr>
            <a:picLocks noChangeAspect="1"/>
          </p:cNvPicPr>
          <p:nvPr userDrawn="1"/>
        </p:nvPicPr>
        <p:blipFill>
          <a:blip r:embed="rId5">
            <a:extLst>
              <a:ext uri="{96DAC541-7B7A-43D3-8B79-37D633B846F1}">
                <asvg:svgBlip xmlns:asvg="http://schemas.microsoft.com/office/drawing/2016/SVG/main" r:embed="rId6"/>
              </a:ext>
            </a:extLst>
          </a:blip>
          <a:srcRect r="43230" b="8103"/>
          <a:stretch>
            <a:fillRect/>
          </a:stretch>
        </p:blipFill>
        <p:spPr>
          <a:xfrm>
            <a:off x="5449677" y="1779608"/>
            <a:ext cx="3694324" cy="3363893"/>
          </a:xfrm>
          <a:prstGeom prst="rect">
            <a:avLst/>
          </a:prstGeom>
        </p:spPr>
      </p:pic>
      <p:pic>
        <p:nvPicPr>
          <p:cNvPr id="8" name="Free Badge"/>
          <p:cNvPicPr>
            <a:picLocks noChangeAspect="1"/>
          </p:cNvPicPr>
          <p:nvPr userDrawn="1"/>
        </p:nvPicPr>
        <p:blipFill>
          <a:blip r:embed="rId7"/>
          <a:stretch>
            <a:fillRect/>
          </a:stretch>
        </p:blipFill>
        <p:spPr>
          <a:xfrm>
            <a:off x="7894800" y="4822200"/>
            <a:ext cx="850500" cy="205200"/>
          </a:xfrm>
          <a:prstGeom prst="rect">
            <a:avLst/>
          </a:prstGeom>
        </p:spPr>
      </p:pic>
    </p:spTree>
    <p:extLst>
      <p:ext uri="{BB962C8B-B14F-4D97-AF65-F5344CB8AC3E}">
        <p14:creationId xmlns:p14="http://schemas.microsoft.com/office/powerpoint/2010/main" val="4808185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ags" Target="../tags/tag1.xml"/><Relationship Id="rId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ags" Target="../tags/tag3.xml"/><Relationship Id="rId4" Type="http://schemas.openxmlformats.org/officeDocument/2006/relationships/tags" Target="../tags/tag2.xml"/></Relationships>
</file>

<file path=ppt/slideMasters/_rels/slideMaster3.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heme" Target="../theme/theme3.xml"/><Relationship Id="rId1" Type="http://schemas.openxmlformats.org/officeDocument/2006/relationships/slideLayout" Target="../slideLayouts/slideLayout3.xml"/><Relationship Id="rId5" Type="http://schemas.openxmlformats.org/officeDocument/2006/relationships/image" Target="../media/image1.emf"/><Relationship Id="rId4" Type="http://schemas.openxmlformats.org/officeDocument/2006/relationships/tags" Target="../tags/tag5.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6.xml"/><Relationship Id="rId7" Type="http://schemas.openxmlformats.org/officeDocument/2006/relationships/tags" Target="../tags/tag6.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theme" Target="../theme/theme4.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_rels/slideMaster5.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heme" Target="../theme/theme5.xml"/><Relationship Id="rId1" Type="http://schemas.openxmlformats.org/officeDocument/2006/relationships/slideLayout" Target="../slideLayouts/slideLayout9.xml"/><Relationship Id="rId5" Type="http://schemas.openxmlformats.org/officeDocument/2006/relationships/image" Target="../media/image1.emf"/><Relationship Id="rId4" Type="http://schemas.openxmlformats.org/officeDocument/2006/relationships/tags" Target="../tags/tag8.xml"/></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12.xml"/><Relationship Id="rId7" Type="http://schemas.openxmlformats.org/officeDocument/2006/relationships/tags" Target="../tags/tag1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ags" Target="../tags/tag27.xml"/><Relationship Id="rId5" Type="http://schemas.openxmlformats.org/officeDocument/2006/relationships/slideLayout" Target="../slideLayouts/slideLayout17.xml"/><Relationship Id="rId10" Type="http://schemas.openxmlformats.org/officeDocument/2006/relationships/tags" Target="../tags/tag26.xml"/><Relationship Id="rId4" Type="http://schemas.openxmlformats.org/officeDocument/2006/relationships/slideLayout" Target="../slideLayouts/slideLayout16.xml"/><Relationship Id="rId9"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Bild 5">
            <a:extLst>
              <a:ext uri="{FF2B5EF4-FFF2-40B4-BE49-F238E27FC236}">
                <a16:creationId xmlns:a16="http://schemas.microsoft.com/office/drawing/2014/main" id="{672FFD4B-953E-1948-9D3C-E799629962F0}"/>
              </a:ext>
            </a:extLst>
          </p:cNvPr>
          <p:cNvPicPr>
            <a:picLocks noGrp="1" noSelect="1" noRot="1" noMove="1" noResize="1" noEditPoints="1" noAdjustHandles="1" noChangeArrowheads="1" noChangeShapeType="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2895600" y="270000"/>
            <a:ext cx="4603750" cy="3683000"/>
          </a:xfrm>
          <a:prstGeom prst="rect">
            <a:avLst/>
          </a:prstGeom>
        </p:spPr>
      </p:pic>
    </p:spTree>
    <p:extLst>
      <p:ext uri="{BB962C8B-B14F-4D97-AF65-F5344CB8AC3E}">
        <p14:creationId xmlns:p14="http://schemas.microsoft.com/office/powerpoint/2010/main" val="3529454249"/>
      </p:ext>
    </p:extLst>
  </p:cSld>
  <p:clrMap bg1="lt1" tx1="dk1" bg2="lt2" tx2="dk2" accent1="accent1" accent2="accent2" accent3="accent3" accent4="accent4" accent5="accent5" accent6="accent6" hlink="hlink" folHlink="folHlink"/>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elplatzhalter 14">
            <a:extLst>
              <a:ext uri="{FF2B5EF4-FFF2-40B4-BE49-F238E27FC236}">
                <a16:creationId xmlns:a16="http://schemas.microsoft.com/office/drawing/2014/main" id="{D1CC1DEE-A5BE-164E-9082-DE28396C7C56}"/>
              </a:ext>
            </a:extLst>
          </p:cNvPr>
          <p:cNvSpPr>
            <a:spLocks noGrp="1" noRot="1" noMove="1" noResize="1" noEditPoints="1" noAdjustHandles="1" noChangeArrowheads="1" noChangeShapeType="1"/>
          </p:cNvSpPr>
          <p:nvPr>
            <p:ph type="title"/>
            <p:custDataLst>
              <p:tags r:id="rId4"/>
            </p:custDataLst>
          </p:nvPr>
        </p:nvSpPr>
        <p:spPr>
          <a:xfrm>
            <a:off x="540000" y="187200"/>
            <a:ext cx="7020000" cy="410369"/>
          </a:xfrm>
          <a:prstGeom prst="rect">
            <a:avLst/>
          </a:prstGeom>
        </p:spPr>
        <p:txBody>
          <a:bodyPr vert="horz" lIns="0" tIns="0" rIns="0" bIns="0" rtlCol="0" anchor="b" anchorCtr="0">
            <a:noAutofit/>
          </a:bodyPr>
          <a:lstStyle/>
          <a:p>
            <a:r>
              <a:rPr lang="de-DE" dirty="0"/>
              <a:t>Titel A:  (Arial 28pt., rot, max. 1 Zeile) </a:t>
            </a:r>
          </a:p>
        </p:txBody>
      </p:sp>
      <p:pic>
        <p:nvPicPr>
          <p:cNvPr id="8" name="Bild 5">
            <a:extLst>
              <a:ext uri="{FF2B5EF4-FFF2-40B4-BE49-F238E27FC236}">
                <a16:creationId xmlns:a16="http://schemas.microsoft.com/office/drawing/2014/main" id="{8EF88773-CF19-0446-8E72-82C3FC2CA652}"/>
              </a:ext>
            </a:extLst>
          </p:cNvPr>
          <p:cNvPicPr>
            <a:picLocks noGrp="1" noSelect="1" noRot="1" noMove="1" noResize="1" noEditPoints="1" noAdjustHandles="1" noChangeArrowheads="1" noChangeShapeType="1"/>
          </p:cNvPicPr>
          <p:nvPr userDrawn="1">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7884000" y="0"/>
            <a:ext cx="1256538" cy="1006094"/>
          </a:xfrm>
          <a:prstGeom prst="rect">
            <a:avLst/>
          </a:prstGeom>
        </p:spPr>
      </p:pic>
    </p:spTree>
    <p:extLst>
      <p:ext uri="{BB962C8B-B14F-4D97-AF65-F5344CB8AC3E}">
        <p14:creationId xmlns:p14="http://schemas.microsoft.com/office/powerpoint/2010/main" val="742856631"/>
      </p:ext>
    </p:extLst>
  </p:cSld>
  <p:clrMap bg1="lt1" tx1="dk1" bg2="lt2" tx2="dk2" accent1="accent1" accent2="accent2" accent3="accent3" accent4="accent4" accent5="accent5" accent6="accent6" hlink="hlink" folHlink="folHlink"/>
  <p:sldLayoutIdLst>
    <p:sldLayoutId id="2147483750" r:id="rId1"/>
    <p:sldLayoutId id="2147483765" r:id="rId2"/>
  </p:sldLayoutIdLst>
  <p:hf hdr="0" dt="0"/>
  <p:txStyles>
    <p:titleStyle>
      <a:lvl1pPr algn="l" defTabSz="914400" rtl="0" eaLnBrk="1" latinLnBrk="0" hangingPunct="1">
        <a:lnSpc>
          <a:spcPts val="3200"/>
        </a:lnSpc>
        <a:spcBef>
          <a:spcPct val="0"/>
        </a:spcBef>
        <a:buNone/>
        <a:defRPr sz="2800" kern="1200">
          <a:solidFill>
            <a:srgbClr val="E6002E"/>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4" userDrawn="1">
          <p15:clr>
            <a:srgbClr val="F26B43"/>
          </p15:clr>
        </p15:guide>
        <p15:guide id="3" pos="4752" userDrawn="1">
          <p15:clr>
            <a:srgbClr val="F26B43"/>
          </p15:clr>
        </p15:guide>
        <p15:guide id="4" pos="5664" userDrawn="1">
          <p15:clr>
            <a:srgbClr val="F26B43"/>
          </p15:clr>
        </p15:guide>
        <p15:guide id="6" pos="336" userDrawn="1">
          <p15:clr>
            <a:srgbClr val="F26B43"/>
          </p15:clr>
        </p15:guide>
        <p15:guide id="13" orient="horz" pos="836" userDrawn="1">
          <p15:clr>
            <a:srgbClr val="F26B43"/>
          </p15:clr>
        </p15:guide>
        <p15:guide id="15" orient="horz" pos="631" userDrawn="1">
          <p15:clr>
            <a:srgbClr val="F26B43"/>
          </p15:clr>
        </p15:guide>
        <p15:guide id="21" orient="horz" pos="1208" userDrawn="1">
          <p15:clr>
            <a:srgbClr val="F26B43"/>
          </p15:clr>
        </p15:guide>
        <p15:guide id="22" orient="horz" pos="472"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elplatzhalter 14">
            <a:extLst>
              <a:ext uri="{FF2B5EF4-FFF2-40B4-BE49-F238E27FC236}">
                <a16:creationId xmlns:a16="http://schemas.microsoft.com/office/drawing/2014/main" id="{D1CC1DEE-A5BE-164E-9082-DE28396C7C56}"/>
              </a:ext>
            </a:extLst>
          </p:cNvPr>
          <p:cNvSpPr>
            <a:spLocks noGrp="1" noRot="1" noMove="1" noResize="1" noEditPoints="1" noAdjustHandles="1" noChangeArrowheads="1" noChangeShapeType="1"/>
          </p:cNvSpPr>
          <p:nvPr>
            <p:ph type="title"/>
            <p:custDataLst>
              <p:tags r:id="rId3"/>
            </p:custDataLst>
          </p:nvPr>
        </p:nvSpPr>
        <p:spPr>
          <a:xfrm>
            <a:off x="540000" y="1220400"/>
            <a:ext cx="7020000" cy="900000"/>
          </a:xfrm>
          <a:prstGeom prst="rect">
            <a:avLst/>
          </a:prstGeom>
        </p:spPr>
        <p:txBody>
          <a:bodyPr vert="horz" wrap="square" lIns="0" tIns="0" rIns="0" bIns="0" rtlCol="0" anchor="b" anchorCtr="0">
            <a:noAutofit/>
          </a:bodyPr>
          <a:lstStyle/>
          <a:p>
            <a:r>
              <a:rPr lang="de-DE" dirty="0"/>
              <a:t>Titel A (Arial 28/32pt., </a:t>
            </a:r>
            <a:br>
              <a:rPr lang="de-DE" dirty="0"/>
            </a:br>
            <a:r>
              <a:rPr lang="de-DE" dirty="0"/>
              <a:t>rot, max. 2 Zeilen) </a:t>
            </a:r>
          </a:p>
        </p:txBody>
      </p:sp>
      <p:pic>
        <p:nvPicPr>
          <p:cNvPr id="4" name="Bild 5">
            <a:extLst>
              <a:ext uri="{FF2B5EF4-FFF2-40B4-BE49-F238E27FC236}">
                <a16:creationId xmlns:a16="http://schemas.microsoft.com/office/drawing/2014/main" id="{FCC3D389-9973-964B-91ED-5643E78F35AA}"/>
              </a:ext>
            </a:extLst>
          </p:cNvPr>
          <p:cNvPicPr>
            <a:picLocks noGrp="1" noSelect="1" noRot="1" noMove="1" noResize="1" noEditPoints="1" noAdjustHandles="1" noChangeArrowheads="1" noChangeShapeType="1"/>
          </p:cNvPicPr>
          <p:nvPr userDrawn="1">
            <p:custDataLst>
              <p:tags r:id="rId4"/>
            </p:custDataLst>
          </p:nvPr>
        </p:nvPicPr>
        <p:blipFill>
          <a:blip r:embed="rId5" cstate="print">
            <a:extLst>
              <a:ext uri="{28A0092B-C50C-407E-A947-70E740481C1C}">
                <a14:useLocalDpi xmlns:a14="http://schemas.microsoft.com/office/drawing/2010/main" val="0"/>
              </a:ext>
            </a:extLst>
          </a:blip>
          <a:stretch>
            <a:fillRect/>
          </a:stretch>
        </p:blipFill>
        <p:spPr>
          <a:xfrm>
            <a:off x="7884000" y="0"/>
            <a:ext cx="1256538" cy="1006094"/>
          </a:xfrm>
          <a:prstGeom prst="rect">
            <a:avLst/>
          </a:prstGeom>
        </p:spPr>
      </p:pic>
    </p:spTree>
    <p:extLst>
      <p:ext uri="{BB962C8B-B14F-4D97-AF65-F5344CB8AC3E}">
        <p14:creationId xmlns:p14="http://schemas.microsoft.com/office/powerpoint/2010/main" val="4081700730"/>
      </p:ext>
    </p:extLst>
  </p:cSld>
  <p:clrMap bg1="lt1" tx1="dk1" bg2="lt2" tx2="dk2" accent1="accent1" accent2="accent2" accent3="accent3" accent4="accent4" accent5="accent5" accent6="accent6" hlink="hlink" folHlink="folHlink"/>
  <p:sldLayoutIdLst>
    <p:sldLayoutId id="2147483756" r:id="rId1"/>
  </p:sldLayoutIdLst>
  <p:hf hdr="0" dt="0"/>
  <p:txStyles>
    <p:titleStyle>
      <a:lvl1pPr algn="l" defTabSz="914400" rtl="0" eaLnBrk="1" latinLnBrk="0" hangingPunct="1">
        <a:lnSpc>
          <a:spcPts val="3200"/>
        </a:lnSpc>
        <a:spcBef>
          <a:spcPct val="0"/>
        </a:spcBef>
        <a:buNone/>
        <a:defRPr sz="2800" kern="1200">
          <a:solidFill>
            <a:srgbClr val="E6002E"/>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84" userDrawn="1">
          <p15:clr>
            <a:srgbClr val="F26B43"/>
          </p15:clr>
        </p15:guide>
        <p15:guide id="2" pos="336">
          <p15:clr>
            <a:srgbClr val="F26B43"/>
          </p15:clr>
        </p15:guide>
        <p15:guide id="3" pos="4752" userDrawn="1">
          <p15:clr>
            <a:srgbClr val="F26B43"/>
          </p15:clr>
        </p15:guide>
        <p15:guide id="4" pos="5664" userDrawn="1">
          <p15:clr>
            <a:srgbClr val="F26B43"/>
          </p15:clr>
        </p15:guide>
        <p15:guide id="6" orient="horz" pos="1432" userDrawn="1">
          <p15:clr>
            <a:srgbClr val="F26B43"/>
          </p15:clr>
        </p15:guide>
        <p15:guide id="12" orient="horz" pos="2255"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Titelplatzhalter 14">
            <a:extLst>
              <a:ext uri="{FF2B5EF4-FFF2-40B4-BE49-F238E27FC236}">
                <a16:creationId xmlns:a16="http://schemas.microsoft.com/office/drawing/2014/main" id="{E756D428-BAD7-3447-9927-B6A9FCF078AE}"/>
              </a:ext>
            </a:extLst>
          </p:cNvPr>
          <p:cNvSpPr>
            <a:spLocks noGrp="1"/>
          </p:cNvSpPr>
          <p:nvPr>
            <p:ph type="title"/>
          </p:nvPr>
        </p:nvSpPr>
        <p:spPr>
          <a:xfrm>
            <a:off x="540000" y="676800"/>
            <a:ext cx="7020000" cy="410369"/>
          </a:xfrm>
          <a:prstGeom prst="rect">
            <a:avLst/>
          </a:prstGeom>
        </p:spPr>
        <p:txBody>
          <a:bodyPr vert="horz" lIns="0" tIns="0" rIns="0" bIns="0" rtlCol="0" anchor="t">
            <a:spAutoFit/>
          </a:bodyPr>
          <a:lstStyle/>
          <a:p>
            <a:r>
              <a:rPr lang="de-DE" dirty="0"/>
              <a:t>Titel A (Arial 28pt., rot, max. 1 Zeile) </a:t>
            </a:r>
          </a:p>
        </p:txBody>
      </p:sp>
      <p:sp>
        <p:nvSpPr>
          <p:cNvPr id="5" name="Rechteck 4">
            <a:extLst>
              <a:ext uri="{FF2B5EF4-FFF2-40B4-BE49-F238E27FC236}">
                <a16:creationId xmlns:a16="http://schemas.microsoft.com/office/drawing/2014/main" id="{4EBF98FB-2886-B941-8FDB-3481055A357B}"/>
              </a:ext>
            </a:extLst>
          </p:cNvPr>
          <p:cNvSpPr/>
          <p:nvPr userDrawn="1"/>
        </p:nvSpPr>
        <p:spPr>
          <a:xfrm>
            <a:off x="0" y="1925998"/>
            <a:ext cx="9144000" cy="30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bg1">
                  <a:lumMod val="85000"/>
                </a:schemeClr>
              </a:solidFill>
            </a:endParaRPr>
          </a:p>
        </p:txBody>
      </p:sp>
      <p:pic>
        <p:nvPicPr>
          <p:cNvPr id="6" name="Bild 5">
            <a:extLst>
              <a:ext uri="{FF2B5EF4-FFF2-40B4-BE49-F238E27FC236}">
                <a16:creationId xmlns:a16="http://schemas.microsoft.com/office/drawing/2014/main" id="{F06A9DEA-0FB9-8F47-9F85-6FBBED932B69}"/>
              </a:ext>
            </a:extLst>
          </p:cNvPr>
          <p:cNvPicPr>
            <a:picLocks noGrp="1" noSelect="1" noRot="1" noMove="1" noResize="1" noEditPoints="1" noAdjustHandles="1" noChangeArrowheads="1" noChangeShapeType="1"/>
          </p:cNvPicPr>
          <p:nvPr userDrawn="1">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7884000" y="0"/>
            <a:ext cx="1256538" cy="1006094"/>
          </a:xfrm>
          <a:prstGeom prst="rect">
            <a:avLst/>
          </a:prstGeom>
        </p:spPr>
      </p:pic>
      <p:sp>
        <p:nvSpPr>
          <p:cNvPr id="7" name="Foliennummernplatzhalter 5">
            <a:extLst>
              <a:ext uri="{FF2B5EF4-FFF2-40B4-BE49-F238E27FC236}">
                <a16:creationId xmlns:a16="http://schemas.microsoft.com/office/drawing/2014/main" id="{F11E8D0C-14F6-CE42-B947-C439B799E6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AB2C14-F465-F643-BD65-D6125390A9E0}" type="slidenum">
              <a:rPr lang="de-DE" smtClean="0"/>
              <a:t>‹#›</a:t>
            </a:fld>
            <a:endParaRPr lang="de-DE"/>
          </a:p>
        </p:txBody>
      </p:sp>
      <p:sp>
        <p:nvSpPr>
          <p:cNvPr id="8" name="Foliennummernplatzhalter 5">
            <a:extLst>
              <a:ext uri="{FF2B5EF4-FFF2-40B4-BE49-F238E27FC236}">
                <a16:creationId xmlns:a16="http://schemas.microsoft.com/office/drawing/2014/main" id="{AC8EDBC1-FAB1-5049-8E88-A148342FA57D}"/>
              </a:ext>
            </a:extLst>
          </p:cNvPr>
          <p:cNvSpPr txBox="1">
            <a:spLocks/>
          </p:cNvSpPr>
          <p:nvPr userDrawn="1"/>
        </p:nvSpPr>
        <p:spPr>
          <a:xfrm>
            <a:off x="8763000" y="6508750"/>
            <a:ext cx="2743200" cy="365125"/>
          </a:xfrm>
          <a:prstGeom prst="rect">
            <a:avLst/>
          </a:prstGeom>
        </p:spPr>
        <p:txBody>
          <a:bodyPr vert="horz" lIns="91440" tIns="45720" rIns="91440" bIns="45720" rtlCol="0" anchor="ctr"/>
          <a:lstStyle>
            <a:defPPr>
              <a:defRPr lang="de-D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6AB2C14-F465-F643-BD65-D6125390A9E0}" type="slidenum">
              <a:rPr lang="de-DE" smtClean="0"/>
              <a:pPr/>
              <a:t>‹#›</a:t>
            </a:fld>
            <a:endParaRPr lang="de-DE"/>
          </a:p>
        </p:txBody>
      </p:sp>
      <p:sp>
        <p:nvSpPr>
          <p:cNvPr id="13" name="Foliennummernplatzhalter 5">
            <a:extLst>
              <a:ext uri="{FF2B5EF4-FFF2-40B4-BE49-F238E27FC236}">
                <a16:creationId xmlns:a16="http://schemas.microsoft.com/office/drawing/2014/main" id="{D46E2520-6889-A743-9B33-C33B30D332DC}"/>
              </a:ext>
            </a:extLst>
          </p:cNvPr>
          <p:cNvSpPr txBox="1">
            <a:spLocks/>
          </p:cNvSpPr>
          <p:nvPr userDrawn="1"/>
        </p:nvSpPr>
        <p:spPr>
          <a:xfrm>
            <a:off x="533400" y="4984750"/>
            <a:ext cx="1440000" cy="15875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EE4E90-A1E4-1B42-8CCE-F5D8D3FE1ED0}" type="slidenum">
              <a:rPr lang="de-DE" smtClean="0">
                <a:solidFill>
                  <a:schemeClr val="tx1"/>
                </a:solidFill>
              </a:rPr>
              <a:pPr/>
              <a:t>‹#›</a:t>
            </a:fld>
            <a:endParaRPr lang="de-DE" dirty="0">
              <a:solidFill>
                <a:schemeClr val="tx1"/>
              </a:solidFill>
            </a:endParaRPr>
          </a:p>
        </p:txBody>
      </p:sp>
    </p:spTree>
    <p:extLst>
      <p:ext uri="{BB962C8B-B14F-4D97-AF65-F5344CB8AC3E}">
        <p14:creationId xmlns:p14="http://schemas.microsoft.com/office/powerpoint/2010/main" val="1650500097"/>
      </p:ext>
    </p:extLst>
  </p:cSld>
  <p:clrMap bg1="lt1" tx1="dk1" bg2="lt2" tx2="dk2" accent1="accent1" accent2="accent2" accent3="accent3" accent4="accent4" accent5="accent5" accent6="accent6" hlink="hlink" folHlink="folHlink"/>
  <p:sldLayoutIdLst>
    <p:sldLayoutId id="2147483752" r:id="rId1"/>
    <p:sldLayoutId id="2147483688" r:id="rId2"/>
    <p:sldLayoutId id="2147483766" r:id="rId3"/>
    <p:sldLayoutId id="2147483754" r:id="rId4"/>
    <p:sldLayoutId id="2147483767" r:id="rId5"/>
  </p:sldLayoutIdLst>
  <p:hf hdr="0" dt="0"/>
  <p:txStyles>
    <p:titleStyle>
      <a:lvl1pPr algn="l" defTabSz="914377" rtl="0" eaLnBrk="1" latinLnBrk="0" hangingPunct="1">
        <a:lnSpc>
          <a:spcPts val="3200"/>
        </a:lnSpc>
        <a:spcBef>
          <a:spcPct val="0"/>
        </a:spcBef>
        <a:buNone/>
        <a:defRPr sz="2800" kern="1200">
          <a:solidFill>
            <a:srgbClr val="E6002E"/>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36" userDrawn="1">
          <p15:clr>
            <a:srgbClr val="F26B43"/>
          </p15:clr>
        </p15:guide>
        <p15:guide id="4" orient="horz" pos="1380" userDrawn="1">
          <p15:clr>
            <a:srgbClr val="F26B43"/>
          </p15:clr>
        </p15:guide>
        <p15:guide id="9" pos="2688" userDrawn="1">
          <p15:clr>
            <a:srgbClr val="F26B43"/>
          </p15:clr>
        </p15:guide>
        <p15:guide id="10" pos="3072" userDrawn="1">
          <p15:clr>
            <a:srgbClr val="F26B43"/>
          </p15:clr>
        </p15:guide>
        <p15:guide id="11" pos="2880" userDrawn="1">
          <p15:clr>
            <a:srgbClr val="F26B43"/>
          </p15:clr>
        </p15:guide>
        <p15:guide id="12" pos="5424" userDrawn="1">
          <p15:clr>
            <a:srgbClr val="F26B43"/>
          </p15:clr>
        </p15:guide>
        <p15:guide id="19" orient="horz" pos="780" userDrawn="1">
          <p15:clr>
            <a:srgbClr val="F26B43"/>
          </p15:clr>
        </p15:guide>
        <p15:guide id="20" orient="horz" pos="189" userDrawn="1">
          <p15:clr>
            <a:srgbClr val="F26B43"/>
          </p15:clr>
        </p15:guide>
        <p15:guide id="24" orient="horz" pos="1213" userDrawn="1">
          <p15:clr>
            <a:srgbClr val="F26B43"/>
          </p15:clr>
        </p15:guide>
        <p15:guide id="25" orient="horz" pos="634" userDrawn="1">
          <p15:clr>
            <a:srgbClr val="F26B43"/>
          </p15:clr>
        </p15:guide>
        <p15:guide id="26" orient="horz" pos="472" userDrawn="1">
          <p15:clr>
            <a:srgbClr val="F26B43"/>
          </p15:clr>
        </p15:guide>
        <p15:guide id="29" orient="horz" pos="2981" userDrawn="1">
          <p15:clr>
            <a:srgbClr val="F26B43"/>
          </p15:clr>
        </p15:guide>
        <p15:guide id="30" orient="horz" pos="314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Titelplatzhalter 14">
            <a:extLst>
              <a:ext uri="{FF2B5EF4-FFF2-40B4-BE49-F238E27FC236}">
                <a16:creationId xmlns:a16="http://schemas.microsoft.com/office/drawing/2014/main" id="{E756D428-BAD7-3447-9927-B6A9FCF078AE}"/>
              </a:ext>
            </a:extLst>
          </p:cNvPr>
          <p:cNvSpPr>
            <a:spLocks noGrp="1" noRot="1" noMove="1" noResize="1" noEditPoints="1" noAdjustHandles="1" noChangeArrowheads="1" noChangeShapeType="1"/>
          </p:cNvSpPr>
          <p:nvPr>
            <p:ph type="title"/>
            <p:custDataLst>
              <p:tags r:id="rId3"/>
            </p:custDataLst>
          </p:nvPr>
        </p:nvSpPr>
        <p:spPr>
          <a:xfrm>
            <a:off x="540000" y="187200"/>
            <a:ext cx="7020000" cy="410369"/>
          </a:xfrm>
          <a:prstGeom prst="rect">
            <a:avLst/>
          </a:prstGeom>
        </p:spPr>
        <p:txBody>
          <a:bodyPr vert="horz" lIns="0" tIns="0" rIns="0" bIns="0" rtlCol="0" anchor="t">
            <a:spAutoFit/>
          </a:bodyPr>
          <a:lstStyle/>
          <a:p>
            <a:r>
              <a:rPr lang="de-DE" dirty="0"/>
              <a:t>Titel A (Arial 28pt., rot, max. 1 Zeile) </a:t>
            </a:r>
          </a:p>
        </p:txBody>
      </p:sp>
      <p:pic>
        <p:nvPicPr>
          <p:cNvPr id="6" name="Bild 5">
            <a:extLst>
              <a:ext uri="{FF2B5EF4-FFF2-40B4-BE49-F238E27FC236}">
                <a16:creationId xmlns:a16="http://schemas.microsoft.com/office/drawing/2014/main" id="{F06A9DEA-0FB9-8F47-9F85-6FBBED932B69}"/>
              </a:ext>
            </a:extLst>
          </p:cNvPr>
          <p:cNvPicPr>
            <a:picLocks noGrp="1" noSelect="1" noRot="1" noMove="1" noResize="1" noEditPoints="1" noAdjustHandles="1" noChangeArrowheads="1" noChangeShapeType="1"/>
          </p:cNvPicPr>
          <p:nvPr userDrawn="1">
            <p:custDataLst>
              <p:tags r:id="rId4"/>
            </p:custDataLst>
          </p:nvPr>
        </p:nvPicPr>
        <p:blipFill>
          <a:blip r:embed="rId5" cstate="print">
            <a:extLst>
              <a:ext uri="{28A0092B-C50C-407E-A947-70E740481C1C}">
                <a14:useLocalDpi xmlns:a14="http://schemas.microsoft.com/office/drawing/2010/main" val="0"/>
              </a:ext>
            </a:extLst>
          </a:blip>
          <a:stretch>
            <a:fillRect/>
          </a:stretch>
        </p:blipFill>
        <p:spPr>
          <a:xfrm>
            <a:off x="7884000" y="0"/>
            <a:ext cx="1256538" cy="1006094"/>
          </a:xfrm>
          <a:prstGeom prst="rect">
            <a:avLst/>
          </a:prstGeom>
        </p:spPr>
      </p:pic>
      <p:sp>
        <p:nvSpPr>
          <p:cNvPr id="7" name="Foliennummernplatzhalter 5">
            <a:extLst>
              <a:ext uri="{FF2B5EF4-FFF2-40B4-BE49-F238E27FC236}">
                <a16:creationId xmlns:a16="http://schemas.microsoft.com/office/drawing/2014/main" id="{F11E8D0C-14F6-CE42-B947-C439B799E6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AB2C14-F465-F643-BD65-D6125390A9E0}" type="slidenum">
              <a:rPr lang="de-DE" smtClean="0"/>
              <a:t>‹#›</a:t>
            </a:fld>
            <a:endParaRPr lang="de-DE"/>
          </a:p>
        </p:txBody>
      </p:sp>
      <p:sp>
        <p:nvSpPr>
          <p:cNvPr id="8" name="Foliennummernplatzhalter 5">
            <a:extLst>
              <a:ext uri="{FF2B5EF4-FFF2-40B4-BE49-F238E27FC236}">
                <a16:creationId xmlns:a16="http://schemas.microsoft.com/office/drawing/2014/main" id="{AC8EDBC1-FAB1-5049-8E88-A148342FA57D}"/>
              </a:ext>
            </a:extLst>
          </p:cNvPr>
          <p:cNvSpPr txBox="1">
            <a:spLocks/>
          </p:cNvSpPr>
          <p:nvPr userDrawn="1"/>
        </p:nvSpPr>
        <p:spPr>
          <a:xfrm>
            <a:off x="8763000" y="6508750"/>
            <a:ext cx="2743200" cy="365125"/>
          </a:xfrm>
          <a:prstGeom prst="rect">
            <a:avLst/>
          </a:prstGeom>
        </p:spPr>
        <p:txBody>
          <a:bodyPr vert="horz" lIns="91440" tIns="45720" rIns="91440" bIns="45720" rtlCol="0" anchor="ctr"/>
          <a:lstStyle>
            <a:defPPr>
              <a:defRPr lang="de-D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6AB2C14-F465-F643-BD65-D6125390A9E0}" type="slidenum">
              <a:rPr lang="de-DE" smtClean="0"/>
              <a:pPr/>
              <a:t>‹#›</a:t>
            </a:fld>
            <a:endParaRPr lang="de-DE"/>
          </a:p>
        </p:txBody>
      </p:sp>
      <p:sp>
        <p:nvSpPr>
          <p:cNvPr id="13" name="Foliennummernplatzhalter 5">
            <a:extLst>
              <a:ext uri="{FF2B5EF4-FFF2-40B4-BE49-F238E27FC236}">
                <a16:creationId xmlns:a16="http://schemas.microsoft.com/office/drawing/2014/main" id="{D46E2520-6889-A743-9B33-C33B30D332DC}"/>
              </a:ext>
            </a:extLst>
          </p:cNvPr>
          <p:cNvSpPr txBox="1">
            <a:spLocks/>
          </p:cNvSpPr>
          <p:nvPr userDrawn="1"/>
        </p:nvSpPr>
        <p:spPr>
          <a:xfrm>
            <a:off x="533400" y="4984750"/>
            <a:ext cx="1440000" cy="158750"/>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EE4E90-A1E4-1B42-8CCE-F5D8D3FE1ED0}" type="slidenum">
              <a:rPr lang="de-DE" smtClean="0">
                <a:solidFill>
                  <a:schemeClr val="tx1"/>
                </a:solidFill>
              </a:rPr>
              <a:pPr/>
              <a:t>‹#›</a:t>
            </a:fld>
            <a:endParaRPr lang="de-DE" dirty="0">
              <a:solidFill>
                <a:schemeClr val="tx1"/>
              </a:solidFill>
            </a:endParaRPr>
          </a:p>
        </p:txBody>
      </p:sp>
    </p:spTree>
    <p:extLst>
      <p:ext uri="{BB962C8B-B14F-4D97-AF65-F5344CB8AC3E}">
        <p14:creationId xmlns:p14="http://schemas.microsoft.com/office/powerpoint/2010/main" val="106798402"/>
      </p:ext>
    </p:extLst>
  </p:cSld>
  <p:clrMap bg1="lt1" tx1="dk1" bg2="lt2" tx2="dk2" accent1="accent1" accent2="accent2" accent3="accent3" accent4="accent4" accent5="accent5" accent6="accent6" hlink="hlink" folHlink="folHlink"/>
  <p:sldLayoutIdLst>
    <p:sldLayoutId id="2147483775" r:id="rId1"/>
  </p:sldLayoutIdLst>
  <p:hf hdr="0" dt="0"/>
  <p:txStyles>
    <p:titleStyle>
      <a:lvl1pPr algn="l" defTabSz="914377" rtl="0" eaLnBrk="1" latinLnBrk="0" hangingPunct="1">
        <a:lnSpc>
          <a:spcPts val="3200"/>
        </a:lnSpc>
        <a:spcBef>
          <a:spcPct val="0"/>
        </a:spcBef>
        <a:buNone/>
        <a:defRPr sz="2800" kern="1200">
          <a:solidFill>
            <a:srgbClr val="E6002E"/>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36">
          <p15:clr>
            <a:srgbClr val="F26B43"/>
          </p15:clr>
        </p15:guide>
        <p15:guide id="4" orient="horz" pos="1380">
          <p15:clr>
            <a:srgbClr val="F26B43"/>
          </p15:clr>
        </p15:guide>
        <p15:guide id="9" pos="2688">
          <p15:clr>
            <a:srgbClr val="F26B43"/>
          </p15:clr>
        </p15:guide>
        <p15:guide id="10" pos="3072">
          <p15:clr>
            <a:srgbClr val="F26B43"/>
          </p15:clr>
        </p15:guide>
        <p15:guide id="11" pos="2880">
          <p15:clr>
            <a:srgbClr val="F26B43"/>
          </p15:clr>
        </p15:guide>
        <p15:guide id="12" pos="5424">
          <p15:clr>
            <a:srgbClr val="F26B43"/>
          </p15:clr>
        </p15:guide>
        <p15:guide id="19" orient="horz" pos="780">
          <p15:clr>
            <a:srgbClr val="F26B43"/>
          </p15:clr>
        </p15:guide>
        <p15:guide id="20" orient="horz" pos="324" userDrawn="1">
          <p15:clr>
            <a:srgbClr val="F26B43"/>
          </p15:clr>
        </p15:guide>
        <p15:guide id="24" orient="horz" pos="1213">
          <p15:clr>
            <a:srgbClr val="F26B43"/>
          </p15:clr>
        </p15:guide>
        <p15:guide id="25" orient="horz" pos="634">
          <p15:clr>
            <a:srgbClr val="F26B43"/>
          </p15:clr>
        </p15:guide>
        <p15:guide id="26" orient="horz" pos="472">
          <p15:clr>
            <a:srgbClr val="F26B43"/>
          </p15:clr>
        </p15:guide>
        <p15:guide id="29" orient="horz" pos="2981">
          <p15:clr>
            <a:srgbClr val="F26B43"/>
          </p15:clr>
        </p15:guide>
        <p15:guide id="30" orient="horz" pos="314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Titelplatzhalter 14">
            <a:extLst>
              <a:ext uri="{FF2B5EF4-FFF2-40B4-BE49-F238E27FC236}">
                <a16:creationId xmlns:a16="http://schemas.microsoft.com/office/drawing/2014/main" id="{E756D428-BAD7-3447-9927-B6A9FCF078AE}"/>
              </a:ext>
            </a:extLst>
          </p:cNvPr>
          <p:cNvSpPr>
            <a:spLocks noGrp="1" noRot="1" noMove="1" noResize="1" noEditPoints="1" noAdjustHandles="1" noChangeArrowheads="1" noChangeShapeType="1"/>
          </p:cNvSpPr>
          <p:nvPr>
            <p:ph type="title"/>
            <p:custDataLst>
              <p:tags r:id="rId5"/>
            </p:custDataLst>
          </p:nvPr>
        </p:nvSpPr>
        <p:spPr>
          <a:xfrm>
            <a:off x="540000" y="187200"/>
            <a:ext cx="7020000" cy="410369"/>
          </a:xfrm>
          <a:prstGeom prst="rect">
            <a:avLst/>
          </a:prstGeom>
        </p:spPr>
        <p:txBody>
          <a:bodyPr vert="horz" lIns="0" tIns="0" rIns="0" bIns="0" rtlCol="0" anchor="t">
            <a:spAutoFit/>
          </a:bodyPr>
          <a:lstStyle/>
          <a:p>
            <a:r>
              <a:rPr lang="de-CH" sz="2800" kern="1200" dirty="0">
                <a:solidFill>
                  <a:srgbClr val="E6002F"/>
                </a:solidFill>
                <a:effectLst/>
                <a:latin typeface="Arial" panose="020B0604020202020204" pitchFamily="34" charset="0"/>
                <a:ea typeface="+mj-ea"/>
                <a:cs typeface="Arial" panose="020B0604020202020204" pitchFamily="34" charset="0"/>
              </a:rPr>
              <a:t>Inhaltliche Guidelines</a:t>
            </a:r>
            <a:endParaRPr lang="de-DE" dirty="0"/>
          </a:p>
        </p:txBody>
      </p:sp>
      <p:sp>
        <p:nvSpPr>
          <p:cNvPr id="33" name="Textplatzhalter 3">
            <a:extLst>
              <a:ext uri="{FF2B5EF4-FFF2-40B4-BE49-F238E27FC236}">
                <a16:creationId xmlns:a16="http://schemas.microsoft.com/office/drawing/2014/main" id="{6C5C4CF1-EFE9-DB4F-BB02-A27793C328E6}"/>
              </a:ext>
            </a:extLst>
          </p:cNvPr>
          <p:cNvSpPr txBox="1">
            <a:spLocks noGrp="1" noSelect="1" noRot="1" noMove="1" noResize="1" noEditPoints="1" noAdjustHandles="1" noChangeArrowheads="1" noChangeShapeType="1" noTextEdit="1"/>
          </p:cNvSpPr>
          <p:nvPr userDrawn="1">
            <p:custDataLst>
              <p:tags r:id="rId6"/>
            </p:custDataLst>
          </p:nvPr>
        </p:nvSpPr>
        <p:spPr>
          <a:xfrm>
            <a:off x="5400000" y="5004000"/>
            <a:ext cx="3600000" cy="112851"/>
          </a:xfrm>
          <a:prstGeom prst="rect">
            <a:avLst/>
          </a:prstGeom>
        </p:spPr>
        <p:txBody>
          <a:bodyPr lIns="0" tIns="0" rIns="0" bIns="0">
            <a:spAutoFit/>
          </a:bodyPr>
          <a:lstStyle>
            <a:lvl1pPr marL="0" indent="0" algn="r" defTabSz="914377" rtl="0" eaLnBrk="1" latinLnBrk="0" hangingPunct="1">
              <a:lnSpc>
                <a:spcPct val="90000"/>
              </a:lnSpc>
              <a:spcBef>
                <a:spcPts val="0"/>
              </a:spcBef>
              <a:buFont typeface="Arial" panose="020B0604020202020204" pitchFamily="34" charset="0"/>
              <a:buNone/>
              <a:defRPr sz="800"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7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 Copyright Kommunikation </a:t>
            </a:r>
            <a:r>
              <a:rPr lang="de-DE" dirty="0" err="1"/>
              <a:t>UniBE</a:t>
            </a:r>
            <a:r>
              <a:rPr lang="de-DE" dirty="0"/>
              <a:t>: Version 3.0, 11.2018</a:t>
            </a:r>
          </a:p>
        </p:txBody>
      </p:sp>
      <p:pic>
        <p:nvPicPr>
          <p:cNvPr id="5" name="Bild 5">
            <a:extLst>
              <a:ext uri="{FF2B5EF4-FFF2-40B4-BE49-F238E27FC236}">
                <a16:creationId xmlns:a16="http://schemas.microsoft.com/office/drawing/2014/main" id="{C6DE84E5-9B63-C34F-923D-EB0B80D7BF96}"/>
              </a:ext>
            </a:extLst>
          </p:cNvPr>
          <p:cNvPicPr>
            <a:picLocks noGrp="1" noSelect="1" noRot="1" noMove="1" noResize="1" noEditPoints="1" noAdjustHandles="1" noChangeArrowheads="1" noChangeShapeType="1"/>
          </p:cNvPicPr>
          <p:nvPr userDrawn="1">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7884000" y="0"/>
            <a:ext cx="1256538" cy="1006094"/>
          </a:xfrm>
          <a:prstGeom prst="rect">
            <a:avLst/>
          </a:prstGeom>
        </p:spPr>
      </p:pic>
    </p:spTree>
    <p:extLst>
      <p:ext uri="{BB962C8B-B14F-4D97-AF65-F5344CB8AC3E}">
        <p14:creationId xmlns:p14="http://schemas.microsoft.com/office/powerpoint/2010/main" val="2752052908"/>
      </p:ext>
    </p:extLst>
  </p:cSld>
  <p:clrMap bg1="lt1" tx1="dk1" bg2="lt2" tx2="dk2" accent1="accent1" accent2="accent2" accent3="accent3" accent4="accent4" accent5="accent5" accent6="accent6" hlink="hlink" folHlink="folHlink"/>
  <p:sldLayoutIdLst>
    <p:sldLayoutId id="2147483764" r:id="rId1"/>
    <p:sldLayoutId id="2147483757" r:id="rId2"/>
    <p:sldLayoutId id="2147483758" r:id="rId3"/>
  </p:sldLayoutIdLst>
  <p:hf hdr="0" dt="0"/>
  <p:txStyles>
    <p:titleStyle>
      <a:lvl1pPr algn="l" defTabSz="914377" rtl="0" eaLnBrk="1" latinLnBrk="0" hangingPunct="1">
        <a:lnSpc>
          <a:spcPts val="3200"/>
        </a:lnSpc>
        <a:spcBef>
          <a:spcPct val="0"/>
        </a:spcBef>
        <a:buNone/>
        <a:defRPr sz="2800" kern="1200">
          <a:solidFill>
            <a:srgbClr val="E6002E"/>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4" userDrawn="1">
          <p15:clr>
            <a:srgbClr val="F26B43"/>
          </p15:clr>
        </p15:guide>
        <p15:guide id="2" pos="336" userDrawn="1">
          <p15:clr>
            <a:srgbClr val="F26B43"/>
          </p15:clr>
        </p15:guide>
        <p15:guide id="3" pos="5664" userDrawn="1">
          <p15:clr>
            <a:srgbClr val="F26B43"/>
          </p15:clr>
        </p15:guide>
        <p15:guide id="7" orient="horz" pos="634" userDrawn="1">
          <p15:clr>
            <a:srgbClr val="F26B43"/>
          </p15:clr>
        </p15:guide>
        <p15:guide id="9" orient="horz" pos="472"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BC626-9493-4173-4785-B4E4251F3E76}"/>
              </a:ext>
            </a:extLst>
          </p:cNvPr>
          <p:cNvSpPr>
            <a:spLocks noGrp="1"/>
          </p:cNvSpPr>
          <p:nvPr>
            <p:ph type="title"/>
            <p:custDataLst>
              <p:tags r:id="rId10"/>
            </p:custDataLst>
          </p:nvPr>
        </p:nvSpPr>
        <p:spPr>
          <a:xfrm>
            <a:off x="447905" y="330109"/>
            <a:ext cx="8255564" cy="757130"/>
          </a:xfrm>
          <a:prstGeom prst="rect">
            <a:avLst/>
          </a:prstGeom>
        </p:spPr>
        <p:txBody>
          <a:bodyPr vert="horz" wrap="square" lIns="91440" tIns="45720" rIns="91440" bIns="45720" rtlCol="0" anchor="ctr">
            <a:spAutoFit/>
          </a:bodyPr>
          <a:lstStyle/>
          <a:p>
            <a:r>
              <a:rPr lang="ru-RU" dirty="0"/>
              <a:t>ОБРАЗЕЦ ЗАГОЛОВКА</a:t>
            </a:r>
          </a:p>
        </p:txBody>
      </p:sp>
      <p:sp>
        <p:nvSpPr>
          <p:cNvPr id="3" name="Text Placeholder 2">
            <a:extLst>
              <a:ext uri="{FF2B5EF4-FFF2-40B4-BE49-F238E27FC236}">
                <a16:creationId xmlns:a16="http://schemas.microsoft.com/office/drawing/2014/main" id="{32DC0C7E-C392-88D5-6F37-5427AF82E737}"/>
              </a:ext>
            </a:extLst>
          </p:cNvPr>
          <p:cNvSpPr>
            <a:spLocks noGrp="1"/>
          </p:cNvSpPr>
          <p:nvPr>
            <p:ph type="body" idx="1"/>
            <p:custDataLst>
              <p:tags r:id="rId11"/>
            </p:custDataLst>
          </p:nvPr>
        </p:nvSpPr>
        <p:spPr>
          <a:xfrm>
            <a:off x="447905" y="1369219"/>
            <a:ext cx="8255564" cy="3263504"/>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Tree>
    <p:extLst>
      <p:ext uri="{BB962C8B-B14F-4D97-AF65-F5344CB8AC3E}">
        <p14:creationId xmlns:p14="http://schemas.microsoft.com/office/powerpoint/2010/main" val="2145507585"/>
      </p:ext>
    </p:extLst>
  </p:cSld>
  <p:clrMap bg1="lt1" tx1="dk1" bg2="lt2" tx2="dk2" accent1="accent1" accent2="accent2" accent3="accent3" accent4="accent4" accent5="accent5" accent6="accent6" hlink="hlink" folHlink="folHlink"/>
  <p:sldLayoutIdLst>
    <p:sldLayoutId id="2147484133" r:id="rId1"/>
    <p:sldLayoutId id="2147484130" r:id="rId2"/>
    <p:sldLayoutId id="2147484108" r:id="rId3"/>
    <p:sldLayoutId id="2147484129" r:id="rId4"/>
    <p:sldLayoutId id="2147484088" r:id="rId5"/>
    <p:sldLayoutId id="2147484075" r:id="rId6"/>
    <p:sldLayoutId id="2147484077" r:id="rId7"/>
    <p:sldLayoutId id="2147484082" r:id="rId8"/>
  </p:sldLayoutIdLst>
  <p:hf hdr="0" ftr="0" dt="0"/>
  <p:txStyles>
    <p:titleStyle>
      <a:lvl1pPr algn="l" defTabSz="914400" rtl="0" eaLnBrk="1" latinLnBrk="0" hangingPunct="1">
        <a:lnSpc>
          <a:spcPct val="90000"/>
        </a:lnSpc>
        <a:spcBef>
          <a:spcPct val="0"/>
        </a:spcBef>
        <a:buNone/>
        <a:defRPr sz="4800" b="0" kern="1200" spc="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pos="278" userDrawn="1">
          <p15:clr>
            <a:srgbClr val="F26B43"/>
          </p15:clr>
        </p15:guide>
        <p15:guide id="4" pos="5483" userDrawn="1">
          <p15:clr>
            <a:srgbClr val="F26B43"/>
          </p15:clr>
        </p15:guide>
        <p15:guide id="5" orient="horz" pos="276" userDrawn="1">
          <p15:clr>
            <a:srgbClr val="F26B43"/>
          </p15:clr>
        </p15:guide>
        <p15:guide id="6" orient="horz" pos="2964" userDrawn="1">
          <p15:clr>
            <a:srgbClr val="F26B43"/>
          </p15:clr>
        </p15:guide>
        <p15:guide id="12" pos="1502" userDrawn="1">
          <p15:clr>
            <a:srgbClr val="A4A3A4"/>
          </p15:clr>
        </p15:guide>
        <p15:guide id="13" pos="1604" userDrawn="1">
          <p15:clr>
            <a:srgbClr val="A4A3A4"/>
          </p15:clr>
        </p15:guide>
        <p15:guide id="14" pos="4156" userDrawn="1">
          <p15:clr>
            <a:srgbClr val="A4A3A4"/>
          </p15:clr>
        </p15:guide>
        <p15:guide id="15" pos="4258" userDrawn="1">
          <p15:clr>
            <a:srgbClr val="A4A3A4"/>
          </p15:clr>
        </p15:guide>
        <p15:guide id="16" pos="2829" userDrawn="1">
          <p15:clr>
            <a:srgbClr val="A4A3A4"/>
          </p15:clr>
        </p15:guide>
        <p15:guide id="17" pos="2931" userDrawn="1">
          <p15:clr>
            <a:srgbClr val="A4A3A4"/>
          </p15:clr>
        </p15:guide>
        <p15:guide id="18" pos="1945" userDrawn="1">
          <p15:clr>
            <a:srgbClr val="9FCC3B"/>
          </p15:clr>
        </p15:guide>
        <p15:guide id="19" pos="2047" userDrawn="1">
          <p15:clr>
            <a:srgbClr val="9FCC3B"/>
          </p15:clr>
        </p15:guide>
        <p15:guide id="20" pos="3713" userDrawn="1">
          <p15:clr>
            <a:srgbClr val="9FCC3B"/>
          </p15:clr>
        </p15:guide>
        <p15:guide id="21" pos="3815" userDrawn="1">
          <p15:clr>
            <a:srgbClr val="9FCC3B"/>
          </p15:clr>
        </p15:guide>
        <p15:guide id="22" orient="horz" pos="49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12.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11.jpg"/><Relationship Id="rId5" Type="http://schemas.openxmlformats.org/officeDocument/2006/relationships/slideLayout" Target="../slideLayouts/slideLayout1.xml"/><Relationship Id="rId4" Type="http://schemas.openxmlformats.org/officeDocument/2006/relationships/tags" Target="../tags/tag68.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69.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7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7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7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7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7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7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7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7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7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7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80.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humdek-unibe-ch/sh-selfhelp" TargetMode="External"/><Relationship Id="rId7" Type="http://schemas.openxmlformats.org/officeDocument/2006/relationships/hyperlink" Target="https://github.com/humdek-unibe-ch/sh-shp-llm_therapy_chat" TargetMode="External"/><Relationship Id="rId2" Type="http://schemas.openxmlformats.org/officeDocument/2006/relationships/slideLayout" Target="../slideLayouts/slideLayout4.xml"/><Relationship Id="rId1" Type="http://schemas.openxmlformats.org/officeDocument/2006/relationships/tags" Target="../tags/tag81.xml"/><Relationship Id="rId6" Type="http://schemas.openxmlformats.org/officeDocument/2006/relationships/hyperlink" Target="https://github.com/humdek-unibe-ch/sh-shp-llm" TargetMode="External"/><Relationship Id="rId5" Type="http://schemas.openxmlformats.org/officeDocument/2006/relationships/hyperlink" Target="https://github.com/humdek-unibe-ch/sh-shp-survey_js" TargetMode="External"/><Relationship Id="rId4" Type="http://schemas.openxmlformats.org/officeDocument/2006/relationships/hyperlink" Target="https://github.com/humdek-unibe-ch/sh-selfhelp_app" TargetMode="External"/></Relationships>
</file>

<file path=ppt/slides/_rels/slide15.xml.rels><?xml version="1.0" encoding="UTF-8" standalone="yes"?>
<Relationships xmlns="http://schemas.openxmlformats.org/package/2006/relationships"><Relationship Id="rId3" Type="http://schemas.openxmlformats.org/officeDocument/2006/relationships/tags" Target="../tags/tag84.xml"/><Relationship Id="rId7" Type="http://schemas.openxmlformats.org/officeDocument/2006/relationships/image" Target="../media/image12.jpg"/><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tags" Target="../tags/tag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0A9BBE-0422-1E4D-830C-BBB56EAB9AE1}"/>
              </a:ext>
            </a:extLst>
          </p:cNvPr>
          <p:cNvSpPr>
            <a:spLocks noGrp="1" noRot="1" noMove="1" noResize="1" noEditPoints="1" noAdjustHandles="1" noChangeArrowheads="1" noChangeShapeType="1"/>
          </p:cNvSpPr>
          <p:nvPr>
            <p:ph type="title"/>
            <p:custDataLst>
              <p:tags r:id="rId1"/>
            </p:custDataLst>
          </p:nvPr>
        </p:nvSpPr>
        <p:spPr/>
        <p:txBody>
          <a:bodyPr/>
          <a:lstStyle/>
          <a:p>
            <a:r>
              <a:rPr lang="de-DE" dirty="0"/>
              <a:t>SelfHelp</a:t>
            </a:r>
          </a:p>
        </p:txBody>
      </p:sp>
      <p:sp>
        <p:nvSpPr>
          <p:cNvPr id="3" name="Textplatzhalter 2">
            <a:extLst>
              <a:ext uri="{FF2B5EF4-FFF2-40B4-BE49-F238E27FC236}">
                <a16:creationId xmlns:a16="http://schemas.microsoft.com/office/drawing/2014/main" id="{B73EC5A4-A267-4846-B7FF-60F740601534}"/>
              </a:ext>
            </a:extLst>
          </p:cNvPr>
          <p:cNvSpPr>
            <a:spLocks noGrp="1" noRot="1" noMove="1" noResize="1" noEditPoints="1" noAdjustHandles="1" noChangeArrowheads="1" noChangeShapeType="1"/>
          </p:cNvSpPr>
          <p:nvPr>
            <p:ph type="body" idx="10"/>
            <p:custDataLst>
              <p:tags r:id="rId2"/>
            </p:custDataLst>
          </p:nvPr>
        </p:nvSpPr>
        <p:spPr/>
        <p:txBody>
          <a:bodyPr/>
          <a:lstStyle/>
          <a:p>
            <a:r>
              <a:rPr lang="en-US" dirty="0"/>
              <a:t>Stefan Kodzhabashev</a:t>
            </a:r>
            <a:endParaRPr lang="de-CH" dirty="0"/>
          </a:p>
        </p:txBody>
      </p:sp>
      <p:sp>
        <p:nvSpPr>
          <p:cNvPr id="4" name="Textplatzhalter 3">
            <a:extLst>
              <a:ext uri="{FF2B5EF4-FFF2-40B4-BE49-F238E27FC236}">
                <a16:creationId xmlns:a16="http://schemas.microsoft.com/office/drawing/2014/main" id="{1F470157-FFFF-4045-80E8-50799A64FE5D}"/>
              </a:ext>
            </a:extLst>
          </p:cNvPr>
          <p:cNvSpPr>
            <a:spLocks noGrp="1" noRot="1" noMove="1" noResize="1" noEditPoints="1" noAdjustHandles="1" noChangeArrowheads="1" noChangeShapeType="1"/>
          </p:cNvSpPr>
          <p:nvPr>
            <p:ph type="body" idx="12"/>
            <p:custDataLst>
              <p:tags r:id="rId3"/>
            </p:custDataLst>
          </p:nvPr>
        </p:nvSpPr>
        <p:spPr/>
        <p:txBody>
          <a:bodyPr/>
          <a:lstStyle/>
          <a:p>
            <a:r>
              <a:rPr lang="de-DE" dirty="0"/>
              <a:t>30.03.2026, Bern</a:t>
            </a:r>
          </a:p>
        </p:txBody>
      </p:sp>
      <p:sp>
        <p:nvSpPr>
          <p:cNvPr id="5" name="Textplatzhalter 4">
            <a:extLst>
              <a:ext uri="{FF2B5EF4-FFF2-40B4-BE49-F238E27FC236}">
                <a16:creationId xmlns:a16="http://schemas.microsoft.com/office/drawing/2014/main" id="{95FF6CAE-E15F-B948-B695-73EFD8CB4A5E}"/>
              </a:ext>
            </a:extLst>
          </p:cNvPr>
          <p:cNvSpPr>
            <a:spLocks noGrp="1" noRot="1" noMove="1" noResize="1" noEditPoints="1" noAdjustHandles="1" noChangeArrowheads="1" noChangeShapeType="1"/>
          </p:cNvSpPr>
          <p:nvPr>
            <p:ph type="body" idx="11"/>
            <p:custDataLst>
              <p:tags r:id="rId4"/>
            </p:custDataLst>
          </p:nvPr>
        </p:nvSpPr>
        <p:spPr/>
        <p:txBody>
          <a:bodyPr/>
          <a:lstStyle/>
          <a:p>
            <a:r>
              <a:rPr lang="de-CH" b="1" dirty="0"/>
              <a:t>Technology Platform for Research</a:t>
            </a:r>
          </a:p>
        </p:txBody>
      </p:sp>
      <p:pic>
        <p:nvPicPr>
          <p:cNvPr id="11" name="Inhaltsplatzhalter 10">
            <a:extLst>
              <a:ext uri="{FF2B5EF4-FFF2-40B4-BE49-F238E27FC236}">
                <a16:creationId xmlns:a16="http://schemas.microsoft.com/office/drawing/2014/main" id="{801AB5F1-2CB0-014F-A1B3-1F93B4E9EEA9}"/>
              </a:ext>
            </a:extLst>
          </p:cNvPr>
          <p:cNvPicPr>
            <a:picLocks noGrp="1" noChangeAspect="1"/>
          </p:cNvPicPr>
          <p:nvPr>
            <p:ph sz="half" idx="1"/>
          </p:nvPr>
        </p:nvPicPr>
        <p:blipFill>
          <a:blip r:embed="rId6">
            <a:extLst>
              <a:ext uri="{28A0092B-C50C-407E-A947-70E740481C1C}">
                <a14:useLocalDpi xmlns:a14="http://schemas.microsoft.com/office/drawing/2010/main" val="0"/>
              </a:ext>
            </a:extLst>
          </a:blip>
          <a:stretch>
            <a:fillRect/>
          </a:stretch>
        </p:blipFill>
        <p:spPr>
          <a:xfrm>
            <a:off x="0" y="1925100"/>
            <a:ext cx="9159083" cy="3218400"/>
          </a:xfrm>
        </p:spPr>
      </p:pic>
      <p:pic>
        <p:nvPicPr>
          <p:cNvPr id="7" name="Inhaltsplatzhalter 7">
            <a:extLst>
              <a:ext uri="{FF2B5EF4-FFF2-40B4-BE49-F238E27FC236}">
                <a16:creationId xmlns:a16="http://schemas.microsoft.com/office/drawing/2014/main" id="{ECF287E3-741C-004F-A0BA-1A2BA0C0FEB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924050"/>
            <a:ext cx="9144000" cy="3213100"/>
          </a:xfrm>
          <a:prstGeom prst="rect">
            <a:avLst/>
          </a:prstGeom>
          <a:solidFill>
            <a:schemeClr val="bg1">
              <a:lumMod val="85000"/>
            </a:schemeClr>
          </a:solidFill>
        </p:spPr>
      </p:pic>
    </p:spTree>
    <p:extLst>
      <p:ext uri="{BB962C8B-B14F-4D97-AF65-F5344CB8AC3E}">
        <p14:creationId xmlns:p14="http://schemas.microsoft.com/office/powerpoint/2010/main" val="2978995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54714233-AEC6-FF45-AC0E-9715865E27CA}"/>
              </a:ext>
            </a:extLst>
          </p:cNvPr>
          <p:cNvSpPr>
            <a:spLocks noGrp="1" noRot="1" noMove="1" noResize="1" noEditPoints="1" noAdjustHandles="1" noChangeArrowheads="1" noChangeShapeType="1"/>
          </p:cNvSpPr>
          <p:nvPr>
            <p:ph type="title"/>
            <p:custDataLst>
              <p:tags r:id="rId1"/>
            </p:custDataLst>
          </p:nvPr>
        </p:nvSpPr>
        <p:spPr>
          <a:xfrm>
            <a:off x="540000" y="680400"/>
            <a:ext cx="7020000" cy="820738"/>
          </a:xfrm>
        </p:spPr>
        <p:txBody>
          <a:bodyPr/>
          <a:lstStyle/>
          <a:p>
            <a:r>
              <a:rPr lang="en-US" dirty="0" err="1"/>
              <a:t>SelfHelp</a:t>
            </a:r>
            <a:r>
              <a:rPr lang="en-US" dirty="0"/>
              <a:t>: A Platform for Digital Programs, Research and Support</a:t>
            </a:r>
          </a:p>
        </p:txBody>
      </p:sp>
      <p:sp>
        <p:nvSpPr>
          <p:cNvPr id="9" name="TextBox 8"/>
          <p:cNvSpPr txBox="1"/>
          <p:nvPr/>
        </p:nvSpPr>
        <p:spPr>
          <a:xfrm>
            <a:off x="124508" y="2196729"/>
            <a:ext cx="4447492" cy="2862322"/>
          </a:xfrm>
          <a:prstGeom prst="rect">
            <a:avLst/>
          </a:prstGeom>
          <a:noFill/>
        </p:spPr>
        <p:txBody>
          <a:bodyPr wrap="square" rtlCol="0">
            <a:spAutoFit/>
          </a:bodyPr>
          <a:lstStyle/>
          <a:p>
            <a:pPr marL="342900" indent="-342900">
              <a:buFont typeface="Wingdings" panose="05000000000000000000" pitchFamily="2" charset="2"/>
              <a:buChar char="§"/>
              <a:defRPr/>
            </a:pPr>
            <a:r>
              <a:rPr lang="en-US" dirty="0" err="1"/>
              <a:t>SelfHelp</a:t>
            </a:r>
            <a:r>
              <a:rPr lang="en-US" dirty="0"/>
              <a:t> began as a self-help and research website platform</a:t>
            </a:r>
            <a:endParaRPr lang="de-DE" sz="20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
              <a:defRPr/>
            </a:pPr>
            <a:r>
              <a:rPr lang="en-US" dirty="0"/>
              <a:t>It has grown into a modular system for content, data, workflows, mobile, and AI</a:t>
            </a:r>
            <a:endParaRPr lang="de-DE" sz="20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
              <a:defRPr/>
            </a:pPr>
            <a:r>
              <a:rPr lang="en-US" dirty="0"/>
              <a:t>It is designed for real programs, not just isolated pages or forms</a:t>
            </a:r>
          </a:p>
          <a:p>
            <a:pPr marL="342900" indent="-342900">
              <a:buFont typeface="Wingdings" panose="05000000000000000000" pitchFamily="2" charset="2"/>
              <a:buChar char="§"/>
              <a:defRPr/>
            </a:pPr>
            <a:r>
              <a:rPr lang="en-US" dirty="0"/>
              <a:t>The value is practical: build, run, adapt, and monitor digital interventions in one place</a:t>
            </a:r>
          </a:p>
          <a:p>
            <a:pPr marL="342900" indent="-342900">
              <a:buFont typeface="Wingdings" panose="05000000000000000000" pitchFamily="2" charset="2"/>
              <a:buChar char="§"/>
              <a:defRPr/>
            </a:pPr>
            <a:endParaRPr lang="en-US" dirty="0"/>
          </a:p>
        </p:txBody>
      </p:sp>
    </p:spTree>
    <p:extLst>
      <p:ext uri="{BB962C8B-B14F-4D97-AF65-F5344CB8AC3E}">
        <p14:creationId xmlns:p14="http://schemas.microsoft.com/office/powerpoint/2010/main" val="2623058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54714233-AEC6-FF45-AC0E-9715865E27CA}"/>
              </a:ext>
            </a:extLst>
          </p:cNvPr>
          <p:cNvSpPr>
            <a:spLocks noGrp="1" noRot="1" noMove="1" noResize="1" noEditPoints="1" noAdjustHandles="1" noChangeArrowheads="1" noChangeShapeType="1"/>
          </p:cNvSpPr>
          <p:nvPr>
            <p:ph type="title"/>
            <p:custDataLst>
              <p:tags r:id="rId1"/>
            </p:custDataLst>
          </p:nvPr>
        </p:nvSpPr>
        <p:spPr/>
        <p:txBody>
          <a:bodyPr/>
          <a:lstStyle/>
          <a:p>
            <a:r>
              <a:rPr lang="en-US" dirty="0"/>
              <a:t>What </a:t>
            </a:r>
            <a:r>
              <a:rPr lang="en-US" dirty="0" err="1"/>
              <a:t>SelfHelp</a:t>
            </a:r>
            <a:r>
              <a:rPr lang="en-US" dirty="0"/>
              <a:t> Is</a:t>
            </a:r>
          </a:p>
        </p:txBody>
      </p:sp>
      <p:sp>
        <p:nvSpPr>
          <p:cNvPr id="9" name="TextBox 8"/>
          <p:cNvSpPr txBox="1"/>
          <p:nvPr/>
        </p:nvSpPr>
        <p:spPr>
          <a:xfrm>
            <a:off x="128016" y="2194560"/>
            <a:ext cx="5434584" cy="3139321"/>
          </a:xfrm>
          <a:prstGeom prst="rect">
            <a:avLst/>
          </a:prstGeom>
          <a:noFill/>
        </p:spPr>
        <p:txBody>
          <a:bodyPr wrap="square" rtlCol="0">
            <a:spAutoFit/>
          </a:bodyPr>
          <a:lstStyle/>
          <a:p>
            <a:pPr marL="342900" indent="-342900">
              <a:buFont typeface="Wingdings" panose="05000000000000000000" pitchFamily="2" charset="2"/>
              <a:buChar char="§"/>
              <a:defRPr/>
            </a:pPr>
            <a:r>
              <a:rPr lang="en-US" dirty="0"/>
              <a:t>A modular platform for building digital programs with reusable components</a:t>
            </a:r>
          </a:p>
          <a:p>
            <a:pPr marL="342900" indent="-342900">
              <a:buFont typeface="Wingdings" panose="05000000000000000000" pitchFamily="2" charset="2"/>
              <a:buChar char="§"/>
              <a:defRPr/>
            </a:pPr>
            <a:r>
              <a:rPr lang="en-US" dirty="0"/>
              <a:t>The same system handles content, data collection, automation, permissions, and mobile output</a:t>
            </a:r>
          </a:p>
          <a:p>
            <a:pPr marL="342900" indent="-342900">
              <a:buFont typeface="Wingdings" panose="05000000000000000000" pitchFamily="2" charset="2"/>
              <a:buChar char="§"/>
              <a:defRPr/>
            </a:pPr>
            <a:r>
              <a:rPr lang="en-US" dirty="0"/>
              <a:t>It supports institutional hosting and strong control over sensitive data</a:t>
            </a:r>
          </a:p>
          <a:p>
            <a:pPr marL="342900" indent="-342900">
              <a:buFont typeface="Wingdings" panose="05000000000000000000" pitchFamily="2" charset="2"/>
              <a:buChar char="§"/>
              <a:defRPr/>
            </a:pPr>
            <a:r>
              <a:rPr lang="en-US" dirty="0"/>
              <a:t>Many use cases can be configured through the CMS rather than custom-coded from scratch</a:t>
            </a:r>
          </a:p>
          <a:p>
            <a:pPr marL="342900" indent="-342900">
              <a:buFont typeface="Wingdings" panose="05000000000000000000" pitchFamily="2" charset="2"/>
              <a:buChar char="§"/>
              <a:defRPr/>
            </a:pPr>
            <a:r>
              <a:rPr lang="en-US" dirty="0"/>
              <a:t>A plugin architecture allows the platform to grow without breaking the core</a:t>
            </a:r>
          </a:p>
          <a:p>
            <a:pPr marL="342900" indent="-342900">
              <a:buFont typeface="Wingdings" panose="05000000000000000000" pitchFamily="2" charset="2"/>
              <a:buChar char="§"/>
              <a:defRPr/>
            </a:pPr>
            <a:endParaRPr lang="en-US" dirty="0"/>
          </a:p>
        </p:txBody>
      </p:sp>
    </p:spTree>
    <p:extLst>
      <p:ext uri="{BB962C8B-B14F-4D97-AF65-F5344CB8AC3E}">
        <p14:creationId xmlns:p14="http://schemas.microsoft.com/office/powerpoint/2010/main" val="2984236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54714233-AEC6-FF45-AC0E-9715865E27CA}"/>
              </a:ext>
            </a:extLst>
          </p:cNvPr>
          <p:cNvSpPr>
            <a:spLocks noGrp="1" noRot="1" noMove="1" noResize="1" noEditPoints="1" noAdjustHandles="1" noChangeArrowheads="1" noChangeShapeType="1"/>
          </p:cNvSpPr>
          <p:nvPr>
            <p:ph type="title"/>
            <p:custDataLst>
              <p:tags r:id="rId1"/>
            </p:custDataLst>
          </p:nvPr>
        </p:nvSpPr>
        <p:spPr/>
        <p:txBody>
          <a:bodyPr/>
          <a:lstStyle/>
          <a:p>
            <a:r>
              <a:rPr lang="en-US" dirty="0"/>
              <a:t>How </a:t>
            </a:r>
            <a:r>
              <a:rPr lang="en-US" dirty="0" err="1"/>
              <a:t>SelfHelp</a:t>
            </a:r>
            <a:r>
              <a:rPr lang="en-US" dirty="0"/>
              <a:t> Evolved</a:t>
            </a:r>
          </a:p>
        </p:txBody>
      </p:sp>
      <p:sp>
        <p:nvSpPr>
          <p:cNvPr id="13" name="TextBox 12"/>
          <p:cNvSpPr txBox="1"/>
          <p:nvPr/>
        </p:nvSpPr>
        <p:spPr>
          <a:xfrm>
            <a:off x="128016" y="2194560"/>
            <a:ext cx="4977384" cy="3139321"/>
          </a:xfrm>
          <a:prstGeom prst="rect">
            <a:avLst/>
          </a:prstGeom>
          <a:noFill/>
        </p:spPr>
        <p:txBody>
          <a:bodyPr wrap="square" rtlCol="0">
            <a:spAutoFit/>
          </a:bodyPr>
          <a:lstStyle/>
          <a:p>
            <a:pPr marL="342900" indent="-342900">
              <a:buFont typeface="Wingdings" panose="05000000000000000000" pitchFamily="2" charset="2"/>
              <a:buChar char="§"/>
              <a:defRPr/>
            </a:pPr>
            <a:r>
              <a:rPr lang="en-US" dirty="0"/>
              <a:t>2021: positioned as a platform for self-help and research websites</a:t>
            </a:r>
          </a:p>
          <a:p>
            <a:pPr marL="342900" indent="-342900">
              <a:buFont typeface="Wingdings" panose="05000000000000000000" pitchFamily="2" charset="2"/>
              <a:buChar char="§"/>
              <a:defRPr/>
            </a:pPr>
            <a:r>
              <a:rPr lang="en-US" dirty="0"/>
              <a:t>2023: expanded toward modular pages, scheduling, and mobile integration</a:t>
            </a:r>
          </a:p>
          <a:p>
            <a:pPr marL="342900" indent="-342900">
              <a:buFont typeface="Wingdings" panose="05000000000000000000" pitchFamily="2" charset="2"/>
              <a:buChar char="§"/>
              <a:defRPr/>
            </a:pPr>
            <a:r>
              <a:rPr lang="en-US" dirty="0"/>
              <a:t>2024 to 2026: stronger data model, workflows, permissions, 2FA, and live refresh mechanisms</a:t>
            </a:r>
          </a:p>
          <a:p>
            <a:pPr marL="342900" indent="-342900">
              <a:buFont typeface="Wingdings" panose="05000000000000000000" pitchFamily="2" charset="2"/>
              <a:buChar char="§"/>
              <a:defRPr/>
            </a:pPr>
            <a:r>
              <a:rPr lang="en-US" dirty="0"/>
              <a:t>The newest step is AI: general LLM support and supervised therapy-style chat</a:t>
            </a:r>
          </a:p>
          <a:p>
            <a:pPr marL="342900" indent="-342900">
              <a:buFont typeface="Wingdings" panose="05000000000000000000" pitchFamily="2" charset="2"/>
              <a:buChar char="§"/>
              <a:defRPr/>
            </a:pPr>
            <a:r>
              <a:rPr lang="en-US" dirty="0"/>
              <a:t>The direction is clear: from content publishing toward structured digital program delivery</a:t>
            </a:r>
          </a:p>
          <a:p>
            <a:pPr marL="342900" indent="-342900">
              <a:buFont typeface="Wingdings" panose="05000000000000000000" pitchFamily="2" charset="2"/>
              <a:buChar char="§"/>
              <a:defRPr/>
            </a:pPr>
            <a:endParaRPr lang="en-US" dirty="0"/>
          </a:p>
        </p:txBody>
      </p:sp>
    </p:spTree>
    <p:extLst>
      <p:ext uri="{BB962C8B-B14F-4D97-AF65-F5344CB8AC3E}">
        <p14:creationId xmlns:p14="http://schemas.microsoft.com/office/powerpoint/2010/main" val="2271638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54714233-AEC6-FF45-AC0E-9715865E27CA}"/>
              </a:ext>
            </a:extLst>
          </p:cNvPr>
          <p:cNvSpPr>
            <a:spLocks noGrp="1" noRot="1" noMove="1" noResize="1" noEditPoints="1" noAdjustHandles="1" noChangeArrowheads="1" noChangeShapeType="1"/>
          </p:cNvSpPr>
          <p:nvPr>
            <p:ph type="title"/>
            <p:custDataLst>
              <p:tags r:id="rId1"/>
            </p:custDataLst>
          </p:nvPr>
        </p:nvSpPr>
        <p:spPr/>
        <p:txBody>
          <a:bodyPr/>
          <a:lstStyle/>
          <a:p>
            <a:r>
              <a:rPr lang="en-US" dirty="0"/>
              <a:t>What Teams Can Achieve with It</a:t>
            </a:r>
          </a:p>
        </p:txBody>
      </p:sp>
      <p:sp>
        <p:nvSpPr>
          <p:cNvPr id="13" name="TextBox 12"/>
          <p:cNvSpPr txBox="1"/>
          <p:nvPr/>
        </p:nvSpPr>
        <p:spPr>
          <a:xfrm>
            <a:off x="128016" y="2194560"/>
            <a:ext cx="4520184" cy="3170099"/>
          </a:xfrm>
          <a:prstGeom prst="rect">
            <a:avLst/>
          </a:prstGeom>
          <a:noFill/>
        </p:spPr>
        <p:txBody>
          <a:bodyPr wrap="square" rtlCol="0">
            <a:spAutoFit/>
          </a:bodyPr>
          <a:lstStyle/>
          <a:p>
            <a:pPr marL="342900" indent="-342900">
              <a:buFont typeface="Wingdings" panose="05000000000000000000" pitchFamily="2" charset="2"/>
              <a:buChar char="§"/>
              <a:defRPr/>
            </a:pPr>
            <a:r>
              <a:rPr lang="en-US" dirty="0"/>
              <a:t>Launch digital programs that combine information, interaction, and follow-up</a:t>
            </a:r>
            <a:endParaRPr lang="en-US" sz="20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
              <a:defRPr/>
            </a:pPr>
            <a:r>
              <a:rPr lang="en-US" dirty="0"/>
              <a:t>Collect structured data, repeated measures, files, voice, and media</a:t>
            </a:r>
          </a:p>
          <a:p>
            <a:pPr marL="342900" indent="-342900">
              <a:buFont typeface="Wingdings" panose="05000000000000000000" pitchFamily="2" charset="2"/>
              <a:buChar char="§"/>
              <a:defRPr/>
            </a:pPr>
            <a:r>
              <a:rPr lang="en-US" dirty="0"/>
              <a:t> Personalize journeys by role, group, language, condition, or user state</a:t>
            </a:r>
          </a:p>
          <a:p>
            <a:pPr marL="342900" indent="-342900">
              <a:buFont typeface="Wingdings" panose="05000000000000000000" pitchFamily="2" charset="2"/>
              <a:buChar char="§"/>
              <a:defRPr/>
            </a:pPr>
            <a:r>
              <a:rPr lang="en-US" dirty="0"/>
              <a:t>Automate reminders, notifications, tasks, and triggered actions</a:t>
            </a:r>
          </a:p>
          <a:p>
            <a:pPr marL="342900" indent="-342900">
              <a:buFont typeface="Wingdings" panose="05000000000000000000" pitchFamily="2" charset="2"/>
              <a:buChar char="§"/>
              <a:defRPr/>
            </a:pPr>
            <a:r>
              <a:rPr lang="en-US" dirty="0"/>
              <a:t>Reach users on web and mobile through one platform logic</a:t>
            </a:r>
          </a:p>
          <a:p>
            <a:pPr marL="342900" indent="-342900">
              <a:buFont typeface="Wingdings" panose="05000000000000000000" pitchFamily="2" charset="2"/>
              <a:buChar char="§"/>
              <a:defRPr/>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5534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54714233-AEC6-FF45-AC0E-9715865E27CA}"/>
              </a:ext>
            </a:extLst>
          </p:cNvPr>
          <p:cNvSpPr>
            <a:spLocks noGrp="1" noRot="1" noMove="1" noResize="1" noEditPoints="1" noAdjustHandles="1" noChangeArrowheads="1" noChangeShapeType="1"/>
          </p:cNvSpPr>
          <p:nvPr>
            <p:ph type="title"/>
            <p:custDataLst>
              <p:tags r:id="rId1"/>
            </p:custDataLst>
          </p:nvPr>
        </p:nvSpPr>
        <p:spPr>
          <a:xfrm>
            <a:off x="540000" y="680400"/>
            <a:ext cx="7020000" cy="820738"/>
          </a:xfrm>
        </p:spPr>
        <p:txBody>
          <a:bodyPr/>
          <a:lstStyle/>
          <a:p>
            <a:r>
              <a:rPr lang="en-US" dirty="0"/>
              <a:t>Why </a:t>
            </a:r>
            <a:r>
              <a:rPr lang="en-US" dirty="0" err="1"/>
              <a:t>SelfHelp</a:t>
            </a:r>
            <a:r>
              <a:rPr lang="en-US" dirty="0"/>
              <a:t> Works as a Platform, Not Just a Tool</a:t>
            </a:r>
          </a:p>
        </p:txBody>
      </p:sp>
      <p:sp>
        <p:nvSpPr>
          <p:cNvPr id="17" name="TextBox 16"/>
          <p:cNvSpPr txBox="1"/>
          <p:nvPr/>
        </p:nvSpPr>
        <p:spPr>
          <a:xfrm>
            <a:off x="128016" y="2194560"/>
            <a:ext cx="5205984" cy="2862322"/>
          </a:xfrm>
          <a:prstGeom prst="rect">
            <a:avLst/>
          </a:prstGeom>
          <a:noFill/>
        </p:spPr>
        <p:txBody>
          <a:bodyPr wrap="square" rtlCol="0">
            <a:spAutoFit/>
          </a:bodyPr>
          <a:lstStyle/>
          <a:p>
            <a:pPr marL="285750" indent="-285750">
              <a:buFont typeface="Arial" panose="020B0604020202020204" pitchFamily="34" charset="0"/>
              <a:buChar char="•"/>
            </a:pPr>
            <a:r>
              <a:rPr lang="en-US" dirty="0"/>
              <a:t>The core already covers pages, sections, </a:t>
            </a:r>
            <a:r>
              <a:rPr lang="en-US" dirty="0" err="1"/>
              <a:t>dataTables</a:t>
            </a:r>
            <a:r>
              <a:rPr lang="en-US" dirty="0"/>
              <a:t>, conditions, workflows, and ACL</a:t>
            </a:r>
          </a:p>
          <a:p>
            <a:pPr marL="285750" indent="-285750">
              <a:buFont typeface="Arial" panose="020B0604020202020204" pitchFamily="34" charset="0"/>
              <a:buChar char="•"/>
            </a:pPr>
            <a:r>
              <a:rPr lang="en-US" dirty="0"/>
              <a:t>The API layer and mobile rendering connect web, app, and external services</a:t>
            </a:r>
          </a:p>
          <a:p>
            <a:pPr marL="285750" indent="-285750">
              <a:buFont typeface="Arial" panose="020B0604020202020204" pitchFamily="34" charset="0"/>
              <a:buChar char="•"/>
            </a:pPr>
            <a:r>
              <a:rPr lang="en-US" dirty="0"/>
              <a:t>Survey, experiment, and assessment plugins extend the platform beyond classic forms</a:t>
            </a:r>
          </a:p>
          <a:p>
            <a:pPr marL="285750" indent="-285750">
              <a:buFont typeface="Arial" panose="020B0604020202020204" pitchFamily="34" charset="0"/>
              <a:buChar char="•"/>
            </a:pPr>
            <a:r>
              <a:rPr lang="en-US" dirty="0"/>
              <a:t>Analysis and scoring can be pushed further through formula and R-based extensions</a:t>
            </a:r>
          </a:p>
          <a:p>
            <a:pPr marL="285750" indent="-285750">
              <a:buFont typeface="Arial" panose="020B0604020202020204" pitchFamily="34" charset="0"/>
              <a:buChar char="•"/>
            </a:pPr>
            <a:r>
              <a:rPr lang="en-US" dirty="0"/>
              <a:t>SSO, sensing, notifications, and video integrations make institutional deployment more realistic</a:t>
            </a:r>
          </a:p>
        </p:txBody>
      </p:sp>
    </p:spTree>
    <p:extLst>
      <p:ext uri="{BB962C8B-B14F-4D97-AF65-F5344CB8AC3E}">
        <p14:creationId xmlns:p14="http://schemas.microsoft.com/office/powerpoint/2010/main" val="3087222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C4189-9502-2A8B-6473-17FA64595D30}"/>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8F58662F-2413-571D-8AB1-A918763BAD58}"/>
              </a:ext>
            </a:extLst>
          </p:cNvPr>
          <p:cNvSpPr>
            <a:spLocks noGrp="1" noRot="1" noMove="1" noResize="1" noEditPoints="1" noAdjustHandles="1" noChangeArrowheads="1" noChangeShapeType="1"/>
          </p:cNvSpPr>
          <p:nvPr>
            <p:ph type="title"/>
            <p:custDataLst>
              <p:tags r:id="rId1"/>
            </p:custDataLst>
          </p:nvPr>
        </p:nvSpPr>
        <p:spPr>
          <a:xfrm>
            <a:off x="540000" y="680400"/>
            <a:ext cx="7020000" cy="410369"/>
          </a:xfrm>
        </p:spPr>
        <p:txBody>
          <a:bodyPr/>
          <a:lstStyle/>
          <a:p>
            <a:r>
              <a:rPr lang="en-US" dirty="0"/>
              <a:t> Focus Plugin 1: </a:t>
            </a:r>
            <a:r>
              <a:rPr lang="en-US" dirty="0" err="1"/>
              <a:t>SurveyJS</a:t>
            </a:r>
            <a:endParaRPr lang="en-US" dirty="0"/>
          </a:p>
        </p:txBody>
      </p:sp>
      <p:sp>
        <p:nvSpPr>
          <p:cNvPr id="17" name="TextBox 16">
            <a:extLst>
              <a:ext uri="{FF2B5EF4-FFF2-40B4-BE49-F238E27FC236}">
                <a16:creationId xmlns:a16="http://schemas.microsoft.com/office/drawing/2014/main" id="{936BBF49-A54D-8EA8-2956-2D30A836AAFE}"/>
              </a:ext>
            </a:extLst>
          </p:cNvPr>
          <p:cNvSpPr txBox="1"/>
          <p:nvPr/>
        </p:nvSpPr>
        <p:spPr>
          <a:xfrm>
            <a:off x="128016" y="2194560"/>
            <a:ext cx="5129784" cy="2862322"/>
          </a:xfrm>
          <a:prstGeom prst="rect">
            <a:avLst/>
          </a:prstGeom>
          <a:noFill/>
        </p:spPr>
        <p:txBody>
          <a:bodyPr wrap="square" rtlCol="0">
            <a:spAutoFit/>
          </a:bodyPr>
          <a:lstStyle/>
          <a:p>
            <a:pPr marL="285750" indent="-285750">
              <a:buFont typeface="Arial" panose="020B0604020202020204" pitchFamily="34" charset="0"/>
              <a:buChar char="•"/>
            </a:pPr>
            <a:r>
              <a:rPr lang="en-US" dirty="0"/>
              <a:t>Advanced survey creation with versioning, publishing, and scheduling</a:t>
            </a:r>
          </a:p>
          <a:p>
            <a:pPr marL="285750" indent="-285750">
              <a:buFont typeface="Arial" panose="020B0604020202020204" pitchFamily="34" charset="0"/>
              <a:buChar char="•"/>
            </a:pPr>
            <a:r>
              <a:rPr lang="en-US" dirty="0"/>
              <a:t>Supports autosave, timing metadata, edit mode, access control, and dashboards</a:t>
            </a:r>
          </a:p>
          <a:p>
            <a:pPr marL="285750" indent="-285750">
              <a:buFont typeface="Arial" panose="020B0604020202020204" pitchFamily="34" charset="0"/>
              <a:buChar char="•"/>
            </a:pPr>
            <a:r>
              <a:rPr lang="en-US" dirty="0"/>
              <a:t>Handles files, PDF export, and voice-record responses</a:t>
            </a:r>
          </a:p>
          <a:p>
            <a:pPr marL="285750" indent="-285750">
              <a:buFont typeface="Arial" panose="020B0604020202020204" pitchFamily="34" charset="0"/>
              <a:buChar char="•"/>
            </a:pPr>
            <a:r>
              <a:rPr lang="en-US" dirty="0"/>
              <a:t>Allows dynamic content such as API-driven dropdowns and JSON replacement</a:t>
            </a:r>
          </a:p>
          <a:p>
            <a:pPr marL="285750" indent="-285750">
              <a:buFont typeface="Arial" panose="020B0604020202020204" pitchFamily="34" charset="0"/>
              <a:buChar char="•"/>
            </a:pPr>
            <a:r>
              <a:rPr lang="en-US" dirty="0"/>
              <a:t>Strong fit for repeated assessments, diaries, intake flows, and structured questionnaires</a:t>
            </a:r>
          </a:p>
        </p:txBody>
      </p:sp>
    </p:spTree>
    <p:extLst>
      <p:ext uri="{BB962C8B-B14F-4D97-AF65-F5344CB8AC3E}">
        <p14:creationId xmlns:p14="http://schemas.microsoft.com/office/powerpoint/2010/main" val="4051035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E74F6-0BE9-1061-6A35-8997594E606C}"/>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CA40F3B6-08D8-55ED-EE96-755915197F45}"/>
              </a:ext>
            </a:extLst>
          </p:cNvPr>
          <p:cNvSpPr>
            <a:spLocks noGrp="1" noRot="1" noMove="1" noResize="1" noEditPoints="1" noAdjustHandles="1" noChangeArrowheads="1" noChangeShapeType="1"/>
          </p:cNvSpPr>
          <p:nvPr>
            <p:ph type="title"/>
            <p:custDataLst>
              <p:tags r:id="rId1"/>
            </p:custDataLst>
          </p:nvPr>
        </p:nvSpPr>
        <p:spPr>
          <a:xfrm>
            <a:off x="540000" y="680400"/>
            <a:ext cx="7020000" cy="410369"/>
          </a:xfrm>
        </p:spPr>
        <p:txBody>
          <a:bodyPr/>
          <a:lstStyle/>
          <a:p>
            <a:r>
              <a:rPr lang="en-US" dirty="0"/>
              <a:t>Focus Plugin 2: LLM</a:t>
            </a:r>
          </a:p>
        </p:txBody>
      </p:sp>
      <p:sp>
        <p:nvSpPr>
          <p:cNvPr id="17" name="TextBox 16">
            <a:extLst>
              <a:ext uri="{FF2B5EF4-FFF2-40B4-BE49-F238E27FC236}">
                <a16:creationId xmlns:a16="http://schemas.microsoft.com/office/drawing/2014/main" id="{6CC74E92-4279-0A8D-FFA1-6F26DD9028EE}"/>
              </a:ext>
            </a:extLst>
          </p:cNvPr>
          <p:cNvSpPr txBox="1"/>
          <p:nvPr/>
        </p:nvSpPr>
        <p:spPr>
          <a:xfrm>
            <a:off x="128016" y="2194560"/>
            <a:ext cx="5129784" cy="2862322"/>
          </a:xfrm>
          <a:prstGeom prst="rect">
            <a:avLst/>
          </a:prstGeom>
          <a:noFill/>
        </p:spPr>
        <p:txBody>
          <a:bodyPr wrap="square" rtlCol="0">
            <a:spAutoFit/>
          </a:bodyPr>
          <a:lstStyle/>
          <a:p>
            <a:pPr marL="285750" indent="-285750">
              <a:buFont typeface="Arial" panose="020B0604020202020204" pitchFamily="34" charset="0"/>
              <a:buChar char="•"/>
            </a:pPr>
            <a:r>
              <a:rPr lang="en-US" dirty="0"/>
              <a:t>Adds configurable AI assistants directly inside </a:t>
            </a:r>
            <a:r>
              <a:rPr lang="en-US" dirty="0" err="1"/>
              <a:t>SelfHelp</a:t>
            </a:r>
            <a:r>
              <a:rPr lang="en-US" dirty="0"/>
              <a:t> pages</a:t>
            </a:r>
          </a:p>
          <a:p>
            <a:pPr marL="285750" indent="-285750">
              <a:buFont typeface="Arial" panose="020B0604020202020204" pitchFamily="34" charset="0"/>
              <a:buChar char="•"/>
            </a:pPr>
            <a:r>
              <a:rPr lang="en-US" dirty="0"/>
              <a:t>Supports text, files, images, and speech-to-text input</a:t>
            </a:r>
          </a:p>
          <a:p>
            <a:pPr marL="285750" indent="-285750">
              <a:buFont typeface="Arial" panose="020B0604020202020204" pitchFamily="34" charset="0"/>
              <a:buChar char="•"/>
            </a:pPr>
            <a:r>
              <a:rPr lang="en-US" dirty="0"/>
              <a:t>Can return free conversation or structured JSON and form-like outputs</a:t>
            </a:r>
          </a:p>
          <a:p>
            <a:pPr marL="285750" indent="-285750">
              <a:buFont typeface="Arial" panose="020B0604020202020204" pitchFamily="34" charset="0"/>
              <a:buChar char="•"/>
            </a:pPr>
            <a:r>
              <a:rPr lang="en-US" dirty="0"/>
              <a:t>Includes reusable prompt scripts, async execution, and admin monitoring</a:t>
            </a:r>
          </a:p>
          <a:p>
            <a:pPr marL="285750" indent="-285750">
              <a:buFont typeface="Arial" panose="020B0604020202020204" pitchFamily="34" charset="0"/>
              <a:buChar char="•"/>
            </a:pPr>
            <a:r>
              <a:rPr lang="en-US" dirty="0"/>
              <a:t>Prompt Lab enables testing, replay, and evaluation before live rollout</a:t>
            </a:r>
          </a:p>
        </p:txBody>
      </p:sp>
    </p:spTree>
    <p:extLst>
      <p:ext uri="{BB962C8B-B14F-4D97-AF65-F5344CB8AC3E}">
        <p14:creationId xmlns:p14="http://schemas.microsoft.com/office/powerpoint/2010/main" val="7164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82830-140F-37EE-DF02-11D35A1CCF8A}"/>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413BD7BA-E8D1-9503-26AF-5151D9BB4B82}"/>
              </a:ext>
            </a:extLst>
          </p:cNvPr>
          <p:cNvSpPr>
            <a:spLocks noGrp="1" noRot="1" noMove="1" noResize="1" noEditPoints="1" noAdjustHandles="1" noChangeArrowheads="1" noChangeShapeType="1"/>
          </p:cNvSpPr>
          <p:nvPr>
            <p:ph type="title"/>
            <p:custDataLst>
              <p:tags r:id="rId1"/>
            </p:custDataLst>
          </p:nvPr>
        </p:nvSpPr>
        <p:spPr>
          <a:xfrm>
            <a:off x="540000" y="680400"/>
            <a:ext cx="7020000" cy="410369"/>
          </a:xfrm>
        </p:spPr>
        <p:txBody>
          <a:bodyPr/>
          <a:lstStyle/>
          <a:p>
            <a:r>
              <a:rPr lang="en-US" dirty="0"/>
              <a:t>Focus Plugin 3: LLM Therapy Chat</a:t>
            </a:r>
          </a:p>
        </p:txBody>
      </p:sp>
      <p:sp>
        <p:nvSpPr>
          <p:cNvPr id="17" name="TextBox 16">
            <a:extLst>
              <a:ext uri="{FF2B5EF4-FFF2-40B4-BE49-F238E27FC236}">
                <a16:creationId xmlns:a16="http://schemas.microsoft.com/office/drawing/2014/main" id="{50BC1BE6-030E-6E9F-683B-97A73E779726}"/>
              </a:ext>
            </a:extLst>
          </p:cNvPr>
          <p:cNvSpPr txBox="1"/>
          <p:nvPr/>
        </p:nvSpPr>
        <p:spPr>
          <a:xfrm>
            <a:off x="128016" y="2194560"/>
            <a:ext cx="5129784" cy="2862322"/>
          </a:xfrm>
          <a:prstGeom prst="rect">
            <a:avLst/>
          </a:prstGeom>
          <a:noFill/>
        </p:spPr>
        <p:txBody>
          <a:bodyPr wrap="square" rtlCol="0">
            <a:spAutoFit/>
          </a:bodyPr>
          <a:lstStyle/>
          <a:p>
            <a:pPr marL="285750" indent="-285750">
              <a:buFont typeface="Arial" panose="020B0604020202020204" pitchFamily="34" charset="0"/>
              <a:buChar char="•"/>
            </a:pPr>
            <a:r>
              <a:rPr lang="en-US" dirty="0"/>
              <a:t>Combines patient-facing AI chat with therapist oversight in one conversation space</a:t>
            </a:r>
          </a:p>
          <a:p>
            <a:pPr marL="285750" indent="-285750">
              <a:buFont typeface="Arial" panose="020B0604020202020204" pitchFamily="34" charset="0"/>
              <a:buChar char="•"/>
            </a:pPr>
            <a:r>
              <a:rPr lang="en-US" dirty="0"/>
              <a:t>Therapists get a dashboard with unread counts, alerts, notes, summaries, and drafts</a:t>
            </a:r>
          </a:p>
          <a:p>
            <a:pPr marL="285750" indent="-285750">
              <a:buFont typeface="Arial" panose="020B0604020202020204" pitchFamily="34" charset="0"/>
              <a:buChar char="•"/>
            </a:pPr>
            <a:r>
              <a:rPr lang="en-US" dirty="0"/>
              <a:t>Users can escalate directly to a human instead of staying only with AI</a:t>
            </a:r>
          </a:p>
          <a:p>
            <a:pPr marL="285750" indent="-285750">
              <a:buFont typeface="Arial" panose="020B0604020202020204" pitchFamily="34" charset="0"/>
              <a:buChar char="•"/>
            </a:pPr>
            <a:r>
              <a:rPr lang="en-US" dirty="0"/>
              <a:t>Safety logic can block AI and move the case into human-only mode</a:t>
            </a:r>
          </a:p>
          <a:p>
            <a:pPr marL="285750" indent="-285750">
              <a:buFont typeface="Arial" panose="020B0604020202020204" pitchFamily="34" charset="0"/>
              <a:buChar char="•"/>
            </a:pPr>
            <a:r>
              <a:rPr lang="en-US" dirty="0"/>
              <a:t>The result is a supervised model of AI-supported communication, not an unsupervised bot</a:t>
            </a:r>
          </a:p>
        </p:txBody>
      </p:sp>
    </p:spTree>
    <p:extLst>
      <p:ext uri="{BB962C8B-B14F-4D97-AF65-F5344CB8AC3E}">
        <p14:creationId xmlns:p14="http://schemas.microsoft.com/office/powerpoint/2010/main" val="2224282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8CE10-80AA-8403-B72D-329BBA5722C4}"/>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327B2B78-96C4-4CFD-6499-8082FBF255AA}"/>
              </a:ext>
            </a:extLst>
          </p:cNvPr>
          <p:cNvSpPr>
            <a:spLocks noGrp="1" noRot="1" noMove="1" noResize="1" noEditPoints="1" noAdjustHandles="1" noChangeArrowheads="1" noChangeShapeType="1"/>
          </p:cNvSpPr>
          <p:nvPr>
            <p:ph type="title"/>
            <p:custDataLst>
              <p:tags r:id="rId1"/>
            </p:custDataLst>
          </p:nvPr>
        </p:nvSpPr>
        <p:spPr>
          <a:xfrm>
            <a:off x="540000" y="680400"/>
            <a:ext cx="7020000" cy="410369"/>
          </a:xfrm>
        </p:spPr>
        <p:txBody>
          <a:bodyPr/>
          <a:lstStyle/>
          <a:p>
            <a:r>
              <a:rPr lang="en-US" dirty="0"/>
              <a:t>Mobile App: Bringing </a:t>
            </a:r>
            <a:r>
              <a:rPr lang="en-US" dirty="0" err="1"/>
              <a:t>SelfHelp</a:t>
            </a:r>
            <a:r>
              <a:rPr lang="en-US" dirty="0"/>
              <a:t> into Daily Use</a:t>
            </a:r>
          </a:p>
        </p:txBody>
      </p:sp>
      <p:sp>
        <p:nvSpPr>
          <p:cNvPr id="17" name="TextBox 16">
            <a:extLst>
              <a:ext uri="{FF2B5EF4-FFF2-40B4-BE49-F238E27FC236}">
                <a16:creationId xmlns:a16="http://schemas.microsoft.com/office/drawing/2014/main" id="{62D4F039-8AC0-331E-BFB4-A541CF007053}"/>
              </a:ext>
            </a:extLst>
          </p:cNvPr>
          <p:cNvSpPr txBox="1"/>
          <p:nvPr/>
        </p:nvSpPr>
        <p:spPr>
          <a:xfrm>
            <a:off x="128016" y="2194560"/>
            <a:ext cx="5129784" cy="2862322"/>
          </a:xfrm>
          <a:prstGeom prst="rect">
            <a:avLst/>
          </a:prstGeom>
          <a:noFill/>
        </p:spPr>
        <p:txBody>
          <a:bodyPr wrap="square" rtlCol="0">
            <a:spAutoFit/>
          </a:bodyPr>
          <a:lstStyle/>
          <a:p>
            <a:pPr marL="285750" indent="-285750">
              <a:buFont typeface="Arial" panose="020B0604020202020204" pitchFamily="34" charset="0"/>
              <a:buChar char="•"/>
            </a:pPr>
            <a:r>
              <a:rPr lang="en-US" dirty="0"/>
              <a:t>The mobile app uses the same platform logic through mobile-ready JSON output</a:t>
            </a:r>
          </a:p>
          <a:p>
            <a:pPr marL="285750" indent="-285750">
              <a:buFont typeface="Arial" panose="020B0604020202020204" pitchFamily="34" charset="0"/>
              <a:buChar char="•"/>
            </a:pPr>
            <a:r>
              <a:rPr lang="en-US" dirty="0"/>
              <a:t>It already supports surveys, AI chat, therapy chat, notifications, camera, and microphone</a:t>
            </a:r>
          </a:p>
          <a:p>
            <a:pPr marL="285750" indent="-285750">
              <a:buFont typeface="Arial" panose="020B0604020202020204" pitchFamily="34" charset="0"/>
              <a:buChar char="•"/>
            </a:pPr>
            <a:r>
              <a:rPr lang="en-US" dirty="0"/>
              <a:t>This enables repeated interaction in real contexts, not only desktop sessions</a:t>
            </a:r>
          </a:p>
          <a:p>
            <a:pPr marL="285750" indent="-285750">
              <a:buFont typeface="Arial" panose="020B0604020202020204" pitchFamily="34" charset="0"/>
              <a:buChar char="•"/>
            </a:pPr>
            <a:r>
              <a:rPr lang="en-US" dirty="0"/>
              <a:t>Mobile support increases adherence, timeliness, and day-to-day relevance</a:t>
            </a:r>
          </a:p>
          <a:p>
            <a:pPr marL="285750" indent="-285750">
              <a:buFont typeface="Arial" panose="020B0604020202020204" pitchFamily="34" charset="0"/>
              <a:buChar char="•"/>
            </a:pPr>
            <a:r>
              <a:rPr lang="en-US" dirty="0" err="1"/>
              <a:t>SelfHelp</a:t>
            </a:r>
            <a:r>
              <a:rPr lang="en-US" dirty="0"/>
              <a:t> becomes a living service, not just a web portal</a:t>
            </a:r>
          </a:p>
        </p:txBody>
      </p:sp>
    </p:spTree>
    <p:extLst>
      <p:ext uri="{BB962C8B-B14F-4D97-AF65-F5344CB8AC3E}">
        <p14:creationId xmlns:p14="http://schemas.microsoft.com/office/powerpoint/2010/main" val="162071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5B85B-DD30-21A0-35D8-F901F1E4AFC3}"/>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9758AF1D-CAC1-5861-3220-A13905EDD184}"/>
              </a:ext>
            </a:extLst>
          </p:cNvPr>
          <p:cNvSpPr>
            <a:spLocks noGrp="1" noRot="1" noMove="1" noResize="1" noEditPoints="1" noAdjustHandles="1" noChangeArrowheads="1" noChangeShapeType="1"/>
          </p:cNvSpPr>
          <p:nvPr>
            <p:ph type="title"/>
            <p:custDataLst>
              <p:tags r:id="rId1"/>
            </p:custDataLst>
          </p:nvPr>
        </p:nvSpPr>
        <p:spPr>
          <a:xfrm>
            <a:off x="540000" y="680400"/>
            <a:ext cx="7020000" cy="820738"/>
          </a:xfrm>
        </p:spPr>
        <p:txBody>
          <a:bodyPr/>
          <a:lstStyle/>
          <a:p>
            <a:r>
              <a:rPr lang="en-US" dirty="0"/>
              <a:t>How </a:t>
            </a:r>
            <a:r>
              <a:rPr lang="en-US" dirty="0" err="1"/>
              <a:t>SelfHelp</a:t>
            </a:r>
            <a:r>
              <a:rPr lang="en-US" dirty="0"/>
              <a:t> Compares to Existing Open, Self-Hosted Options</a:t>
            </a:r>
          </a:p>
        </p:txBody>
      </p:sp>
      <p:sp>
        <p:nvSpPr>
          <p:cNvPr id="17" name="TextBox 16">
            <a:extLst>
              <a:ext uri="{FF2B5EF4-FFF2-40B4-BE49-F238E27FC236}">
                <a16:creationId xmlns:a16="http://schemas.microsoft.com/office/drawing/2014/main" id="{895BD967-F312-4EF8-BF47-36FF8A46C957}"/>
              </a:ext>
            </a:extLst>
          </p:cNvPr>
          <p:cNvSpPr txBox="1"/>
          <p:nvPr/>
        </p:nvSpPr>
        <p:spPr>
          <a:xfrm>
            <a:off x="128016" y="2194560"/>
            <a:ext cx="6044184" cy="2862322"/>
          </a:xfrm>
          <a:prstGeom prst="rect">
            <a:avLst/>
          </a:prstGeom>
          <a:noFill/>
        </p:spPr>
        <p:txBody>
          <a:bodyPr wrap="square" rtlCol="0">
            <a:spAutoFit/>
          </a:bodyPr>
          <a:lstStyle/>
          <a:p>
            <a:pPr marL="285750" indent="-285750">
              <a:buFont typeface="Arial" panose="020B0604020202020204" pitchFamily="34" charset="0"/>
              <a:buChar char="•"/>
            </a:pPr>
            <a:r>
              <a:rPr lang="en-US" dirty="0" err="1"/>
              <a:t>LimeSurvey</a:t>
            </a:r>
            <a:r>
              <a:rPr lang="en-US" dirty="0"/>
              <a:t> is excellent for surveys, but it is primarily a survey product</a:t>
            </a:r>
          </a:p>
          <a:p>
            <a:pPr marL="285750" indent="-285750">
              <a:buFont typeface="Arial" panose="020B0604020202020204" pitchFamily="34" charset="0"/>
              <a:buChar char="•"/>
            </a:pPr>
            <a:r>
              <a:rPr lang="en-US" dirty="0"/>
              <a:t>JATOS and </a:t>
            </a:r>
            <a:r>
              <a:rPr lang="en-US" dirty="0" err="1"/>
              <a:t>formr</a:t>
            </a:r>
            <a:r>
              <a:rPr lang="en-US" dirty="0"/>
              <a:t> are strong for online studies, yet they are less suited to content-rich program delivery</a:t>
            </a:r>
          </a:p>
          <a:p>
            <a:pPr marL="285750" indent="-285750">
              <a:buFont typeface="Arial" panose="020B0604020202020204" pitchFamily="34" charset="0"/>
              <a:buChar char="•"/>
            </a:pPr>
            <a:r>
              <a:rPr lang="en-US" dirty="0"/>
              <a:t>Moodle is strong for learning delivery, but it is not built around intervention workflows or supervised support logic</a:t>
            </a:r>
          </a:p>
          <a:p>
            <a:pPr marL="285750" indent="-285750">
              <a:buFont typeface="Arial" panose="020B0604020202020204" pitchFamily="34" charset="0"/>
              <a:buChar char="•"/>
            </a:pPr>
            <a:r>
              <a:rPr lang="en-US" dirty="0" err="1"/>
              <a:t>SelfHelp</a:t>
            </a:r>
            <a:r>
              <a:rPr lang="en-US" dirty="0"/>
              <a:t> brings content, assessments, workflows, mobile, permissions, and AI into one coherent stack</a:t>
            </a:r>
          </a:p>
          <a:p>
            <a:pPr marL="285750" indent="-285750">
              <a:buFont typeface="Arial" panose="020B0604020202020204" pitchFamily="34" charset="0"/>
              <a:buChar char="•"/>
            </a:pPr>
            <a:r>
              <a:rPr lang="en-US" dirty="0"/>
              <a:t>Its advantage is not one feature in isolation, but the fact that the pieces already work together</a:t>
            </a:r>
          </a:p>
        </p:txBody>
      </p:sp>
    </p:spTree>
    <p:extLst>
      <p:ext uri="{BB962C8B-B14F-4D97-AF65-F5344CB8AC3E}">
        <p14:creationId xmlns:p14="http://schemas.microsoft.com/office/powerpoint/2010/main" val="366561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87B44-B322-67A1-35CF-A440F7E69D8D}"/>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520AB66B-FE6C-D90C-71CF-892D660E7F1B}"/>
              </a:ext>
            </a:extLst>
          </p:cNvPr>
          <p:cNvSpPr>
            <a:spLocks noGrp="1" noRot="1" noMove="1" noResize="1" noEditPoints="1" noAdjustHandles="1" noChangeArrowheads="1" noChangeShapeType="1"/>
          </p:cNvSpPr>
          <p:nvPr>
            <p:ph type="title"/>
            <p:custDataLst>
              <p:tags r:id="rId1"/>
            </p:custDataLst>
          </p:nvPr>
        </p:nvSpPr>
        <p:spPr>
          <a:xfrm>
            <a:off x="540000" y="680400"/>
            <a:ext cx="7020000" cy="410369"/>
          </a:xfrm>
        </p:spPr>
        <p:txBody>
          <a:bodyPr/>
          <a:lstStyle/>
          <a:p>
            <a:r>
              <a:rPr lang="en-US" dirty="0"/>
              <a:t> </a:t>
            </a:r>
            <a:r>
              <a:rPr lang="en-US" dirty="0" err="1"/>
              <a:t>SelfHelp</a:t>
            </a:r>
            <a:r>
              <a:rPr lang="en-US" dirty="0"/>
              <a:t> 2: Why the Redesign Matters</a:t>
            </a:r>
          </a:p>
        </p:txBody>
      </p:sp>
      <p:sp>
        <p:nvSpPr>
          <p:cNvPr id="17" name="TextBox 16">
            <a:extLst>
              <a:ext uri="{FF2B5EF4-FFF2-40B4-BE49-F238E27FC236}">
                <a16:creationId xmlns:a16="http://schemas.microsoft.com/office/drawing/2014/main" id="{7E4C849F-5878-A234-FCCB-B79B16D1EC25}"/>
              </a:ext>
            </a:extLst>
          </p:cNvPr>
          <p:cNvSpPr txBox="1"/>
          <p:nvPr/>
        </p:nvSpPr>
        <p:spPr>
          <a:xfrm>
            <a:off x="128016" y="2194560"/>
            <a:ext cx="6044184" cy="2862322"/>
          </a:xfrm>
          <a:prstGeom prst="rect">
            <a:avLst/>
          </a:prstGeom>
          <a:noFill/>
        </p:spPr>
        <p:txBody>
          <a:bodyPr wrap="square" rtlCol="0">
            <a:spAutoFit/>
          </a:bodyPr>
          <a:lstStyle/>
          <a:p>
            <a:pPr marL="285750" indent="-285750">
              <a:buFont typeface="Arial" panose="020B0604020202020204" pitchFamily="34" charset="0"/>
              <a:buChar char="•"/>
            </a:pPr>
            <a:r>
              <a:rPr lang="en-US" dirty="0" err="1"/>
              <a:t>SelfHelp</a:t>
            </a:r>
            <a:r>
              <a:rPr lang="en-US" dirty="0"/>
              <a:t> 2 is moving toward a cleaner API-first backend and modern frontend</a:t>
            </a:r>
          </a:p>
          <a:p>
            <a:pPr marL="285750" indent="-285750">
              <a:buFont typeface="Arial" panose="020B0604020202020204" pitchFamily="34" charset="0"/>
              <a:buChar char="•"/>
            </a:pPr>
            <a:r>
              <a:rPr lang="en-US" dirty="0"/>
              <a:t>Page structure, section logic, and publishing become more explicit and maintainable</a:t>
            </a:r>
          </a:p>
          <a:p>
            <a:pPr marL="285750" indent="-285750">
              <a:buFont typeface="Arial" panose="020B0604020202020204" pitchFamily="34" charset="0"/>
              <a:buChar char="•"/>
            </a:pPr>
            <a:r>
              <a:rPr lang="en-US" dirty="0"/>
              <a:t>The new architecture should make future plugins and interfaces easier to build</a:t>
            </a:r>
          </a:p>
          <a:p>
            <a:pPr marL="285750" indent="-285750">
              <a:buFont typeface="Arial" panose="020B0604020202020204" pitchFamily="34" charset="0"/>
              <a:buChar char="•"/>
            </a:pPr>
            <a:r>
              <a:rPr lang="en-US" dirty="0"/>
              <a:t>A key strategic goal is structured page JSON that LLMs can generate or adapt</a:t>
            </a:r>
          </a:p>
          <a:p>
            <a:pPr marL="285750" indent="-285750">
              <a:buFont typeface="Arial" panose="020B0604020202020204" pitchFamily="34" charset="0"/>
              <a:buChar char="•"/>
            </a:pPr>
            <a:r>
              <a:rPr lang="en-US" dirty="0"/>
              <a:t>The redesign is therefore not cosmetic; it prepares the platform for faster, safer content creation</a:t>
            </a:r>
          </a:p>
        </p:txBody>
      </p:sp>
    </p:spTree>
    <p:extLst>
      <p:ext uri="{BB962C8B-B14F-4D97-AF65-F5344CB8AC3E}">
        <p14:creationId xmlns:p14="http://schemas.microsoft.com/office/powerpoint/2010/main" val="1210999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B036C-361C-3558-5FBF-69CEB643A21F}"/>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366628C4-4F5A-BB1E-2C95-C32CEECA8DF3}"/>
              </a:ext>
            </a:extLst>
          </p:cNvPr>
          <p:cNvSpPr>
            <a:spLocks noGrp="1" noRot="1" noMove="1" noResize="1" noEditPoints="1" noAdjustHandles="1" noChangeArrowheads="1" noChangeShapeType="1"/>
          </p:cNvSpPr>
          <p:nvPr>
            <p:ph type="title"/>
            <p:custDataLst>
              <p:tags r:id="rId1"/>
            </p:custDataLst>
          </p:nvPr>
        </p:nvSpPr>
        <p:spPr>
          <a:xfrm>
            <a:off x="540000" y="680400"/>
            <a:ext cx="7020000" cy="410369"/>
          </a:xfrm>
        </p:spPr>
        <p:txBody>
          <a:bodyPr/>
          <a:lstStyle/>
          <a:p>
            <a:r>
              <a:rPr lang="en-US" dirty="0"/>
              <a:t>Closing: Why </a:t>
            </a:r>
            <a:r>
              <a:rPr lang="en-US" dirty="0" err="1"/>
              <a:t>SelfHelp</a:t>
            </a:r>
            <a:r>
              <a:rPr lang="en-US" dirty="0"/>
              <a:t> Matters Now</a:t>
            </a:r>
          </a:p>
        </p:txBody>
      </p:sp>
      <p:sp>
        <p:nvSpPr>
          <p:cNvPr id="17" name="TextBox 16">
            <a:extLst>
              <a:ext uri="{FF2B5EF4-FFF2-40B4-BE49-F238E27FC236}">
                <a16:creationId xmlns:a16="http://schemas.microsoft.com/office/drawing/2014/main" id="{264F70EF-3120-A13D-D0F3-20EC073D8B41}"/>
              </a:ext>
            </a:extLst>
          </p:cNvPr>
          <p:cNvSpPr txBox="1"/>
          <p:nvPr/>
        </p:nvSpPr>
        <p:spPr>
          <a:xfrm>
            <a:off x="128016" y="2194560"/>
            <a:ext cx="6044184" cy="2031325"/>
          </a:xfrm>
          <a:prstGeom prst="rect">
            <a:avLst/>
          </a:prstGeom>
          <a:noFill/>
        </p:spPr>
        <p:txBody>
          <a:bodyPr wrap="square" rtlCol="0">
            <a:spAutoFit/>
          </a:bodyPr>
          <a:lstStyle/>
          <a:p>
            <a:pPr marL="285750" indent="-285750">
              <a:buFont typeface="Arial" panose="020B0604020202020204" pitchFamily="34" charset="0"/>
              <a:buChar char="•"/>
            </a:pPr>
            <a:r>
              <a:rPr lang="en-US" dirty="0"/>
              <a:t>One platform for digital research, teaching, and support programs</a:t>
            </a:r>
          </a:p>
          <a:p>
            <a:pPr marL="285750" indent="-285750">
              <a:buFont typeface="Arial" panose="020B0604020202020204" pitchFamily="34" charset="0"/>
              <a:buChar char="•"/>
            </a:pPr>
            <a:r>
              <a:rPr lang="en-US" dirty="0"/>
              <a:t>One structure across web, mobile, workflows, and AI</a:t>
            </a:r>
          </a:p>
          <a:p>
            <a:pPr marL="285750" indent="-285750">
              <a:buFont typeface="Arial" panose="020B0604020202020204" pitchFamily="34" charset="0"/>
              <a:buChar char="•"/>
            </a:pPr>
            <a:r>
              <a:rPr lang="en-US" dirty="0"/>
              <a:t>One locally controlled foundation that can keep growing with university needs</a:t>
            </a:r>
          </a:p>
          <a:p>
            <a:pPr marL="285750" indent="-285750">
              <a:buFont typeface="Arial" panose="020B0604020202020204" pitchFamily="34" charset="0"/>
              <a:buChar char="•"/>
            </a:pPr>
            <a:r>
              <a:rPr lang="en-US" dirty="0" err="1"/>
              <a:t>SelfHelp</a:t>
            </a:r>
            <a:r>
              <a:rPr lang="en-US" dirty="0"/>
              <a:t> 2 can make content creation faster, more structured, and eventually AI-assisted</a:t>
            </a:r>
          </a:p>
        </p:txBody>
      </p:sp>
    </p:spTree>
    <p:extLst>
      <p:ext uri="{BB962C8B-B14F-4D97-AF65-F5344CB8AC3E}">
        <p14:creationId xmlns:p14="http://schemas.microsoft.com/office/powerpoint/2010/main" val="1302012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54714233-AEC6-FF45-AC0E-9715865E27CA}"/>
              </a:ext>
            </a:extLst>
          </p:cNvPr>
          <p:cNvSpPr>
            <a:spLocks noGrp="1" noRot="1" noMove="1" noResize="1" noEditPoints="1" noAdjustHandles="1" noChangeArrowheads="1" noChangeShapeType="1"/>
          </p:cNvSpPr>
          <p:nvPr>
            <p:ph type="title"/>
            <p:custDataLst>
              <p:tags r:id="rId1"/>
            </p:custDataLst>
          </p:nvPr>
        </p:nvSpPr>
        <p:spPr/>
        <p:txBody>
          <a:bodyPr/>
          <a:lstStyle/>
          <a:p>
            <a:r>
              <a:rPr lang="de-DE" dirty="0"/>
              <a:t>References</a:t>
            </a:r>
          </a:p>
        </p:txBody>
      </p:sp>
      <p:sp>
        <p:nvSpPr>
          <p:cNvPr id="7" name="TextBox 6"/>
          <p:cNvSpPr txBox="1"/>
          <p:nvPr/>
        </p:nvSpPr>
        <p:spPr>
          <a:xfrm>
            <a:off x="128016" y="2194560"/>
            <a:ext cx="8177784" cy="2343655"/>
          </a:xfrm>
          <a:prstGeom prst="rect">
            <a:avLst/>
          </a:prstGeom>
          <a:noFill/>
        </p:spPr>
        <p:txBody>
          <a:bodyPr wrap="square" rtlCol="0">
            <a:spAutoFit/>
          </a:bodyPr>
          <a:lstStyle/>
          <a:p>
            <a:pPr marL="342900" lvl="0" indent="-342900">
              <a:lnSpc>
                <a:spcPct val="150000"/>
              </a:lnSpc>
              <a:buFont typeface="Wingdings" panose="05000000000000000000" pitchFamily="2" charset="2"/>
              <a:buChar char="§"/>
              <a:defRPr/>
            </a:pPr>
            <a:r>
              <a:rPr lang="en-US" sz="2000" dirty="0">
                <a:latin typeface="Arial" panose="020B0604020202020204" pitchFamily="34" charset="0"/>
                <a:cs typeface="Arial" panose="020B0604020202020204" pitchFamily="34" charset="0"/>
                <a:hlinkClick r:id="rId3"/>
              </a:rPr>
              <a:t>https://github.com/humdek-unibe-ch/sh-selfhelp</a:t>
            </a:r>
            <a:endParaRPr lang="en-US" sz="2000" dirty="0">
              <a:latin typeface="Arial" panose="020B0604020202020204" pitchFamily="34" charset="0"/>
              <a:cs typeface="Arial" panose="020B0604020202020204" pitchFamily="34" charset="0"/>
            </a:endParaRPr>
          </a:p>
          <a:p>
            <a:pPr marL="342900" lvl="0" indent="-342900">
              <a:lnSpc>
                <a:spcPct val="150000"/>
              </a:lnSpc>
              <a:buFont typeface="Wingdings" panose="05000000000000000000" pitchFamily="2" charset="2"/>
              <a:buChar char="§"/>
              <a:defRPr/>
            </a:pPr>
            <a:r>
              <a:rPr lang="en-US" sz="2000" dirty="0">
                <a:latin typeface="Arial" panose="020B0604020202020204" pitchFamily="34" charset="0"/>
                <a:cs typeface="Arial" panose="020B0604020202020204" pitchFamily="34" charset="0"/>
                <a:hlinkClick r:id="rId4"/>
              </a:rPr>
              <a:t>https://github.com/humdek-unibe-ch/sh-selfhelp_app</a:t>
            </a:r>
            <a:endParaRPr lang="en-US" sz="2000" dirty="0">
              <a:latin typeface="Arial" panose="020B0604020202020204" pitchFamily="34" charset="0"/>
              <a:cs typeface="Arial" panose="020B0604020202020204" pitchFamily="34" charset="0"/>
            </a:endParaRPr>
          </a:p>
          <a:p>
            <a:pPr marL="342900" lvl="0" indent="-342900">
              <a:lnSpc>
                <a:spcPct val="150000"/>
              </a:lnSpc>
              <a:buFont typeface="Wingdings" panose="05000000000000000000" pitchFamily="2" charset="2"/>
              <a:buChar char="§"/>
              <a:defRPr/>
            </a:pPr>
            <a:r>
              <a:rPr lang="en-US" sz="2000" dirty="0">
                <a:latin typeface="Arial" panose="020B0604020202020204" pitchFamily="34" charset="0"/>
                <a:cs typeface="Arial" panose="020B0604020202020204" pitchFamily="34" charset="0"/>
                <a:hlinkClick r:id="rId5"/>
              </a:rPr>
              <a:t>https://github.com/humdek-unibe-ch/sh-shp-survey_js</a:t>
            </a:r>
            <a:endParaRPr lang="en-US" sz="2000" dirty="0">
              <a:latin typeface="Arial" panose="020B0604020202020204" pitchFamily="34" charset="0"/>
              <a:cs typeface="Arial" panose="020B0604020202020204" pitchFamily="34" charset="0"/>
            </a:endParaRPr>
          </a:p>
          <a:p>
            <a:pPr marL="342900" lvl="0" indent="-342900">
              <a:lnSpc>
                <a:spcPct val="150000"/>
              </a:lnSpc>
              <a:buFont typeface="Wingdings" panose="05000000000000000000" pitchFamily="2" charset="2"/>
              <a:buChar char="§"/>
              <a:defRPr/>
            </a:pPr>
            <a:r>
              <a:rPr lang="en-US" sz="2000" dirty="0">
                <a:latin typeface="Arial" panose="020B0604020202020204" pitchFamily="34" charset="0"/>
                <a:cs typeface="Arial" panose="020B0604020202020204" pitchFamily="34" charset="0"/>
                <a:hlinkClick r:id="rId6"/>
              </a:rPr>
              <a:t>https://github.com/humdek-unibe-ch/sh-shp-llm</a:t>
            </a:r>
            <a:endParaRPr lang="en-US" sz="2000" dirty="0">
              <a:latin typeface="Arial" panose="020B0604020202020204" pitchFamily="34" charset="0"/>
              <a:cs typeface="Arial" panose="020B0604020202020204" pitchFamily="34" charset="0"/>
            </a:endParaRPr>
          </a:p>
          <a:p>
            <a:pPr marL="342900" lvl="0" indent="-342900">
              <a:lnSpc>
                <a:spcPct val="150000"/>
              </a:lnSpc>
              <a:buFont typeface="Wingdings" panose="05000000000000000000" pitchFamily="2" charset="2"/>
              <a:buChar char="§"/>
              <a:defRPr/>
            </a:pPr>
            <a:r>
              <a:rPr lang="en-US" sz="2000" dirty="0">
                <a:latin typeface="Arial" panose="020B0604020202020204" pitchFamily="34" charset="0"/>
                <a:cs typeface="Arial" panose="020B0604020202020204" pitchFamily="34" charset="0"/>
                <a:hlinkClick r:id="rId7"/>
              </a:rPr>
              <a:t>https://github.com/humdek-unibe-ch/sh-shp-llm_therapy_chat</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3811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A1A40A-EAB3-9E4B-8D9F-445EABC7084C}"/>
              </a:ext>
            </a:extLst>
          </p:cNvPr>
          <p:cNvSpPr>
            <a:spLocks noGrp="1" noRot="1" noMove="1" noResize="1" noEditPoints="1" noAdjustHandles="1" noChangeArrowheads="1" noChangeShapeType="1"/>
          </p:cNvSpPr>
          <p:nvPr>
            <p:ph type="title"/>
            <p:custDataLst>
              <p:tags r:id="rId1"/>
            </p:custDataLst>
          </p:nvPr>
        </p:nvSpPr>
        <p:spPr/>
        <p:txBody>
          <a:bodyPr/>
          <a:lstStyle/>
          <a:p>
            <a:r>
              <a:rPr lang="de-CH" spc="-15" dirty="0"/>
              <a:t>Thank You</a:t>
            </a:r>
            <a:endParaRPr lang="de-DE" dirty="0"/>
          </a:p>
        </p:txBody>
      </p:sp>
      <p:sp>
        <p:nvSpPr>
          <p:cNvPr id="3" name="Textplatzhalter 2">
            <a:extLst>
              <a:ext uri="{FF2B5EF4-FFF2-40B4-BE49-F238E27FC236}">
                <a16:creationId xmlns:a16="http://schemas.microsoft.com/office/drawing/2014/main" id="{AB71CEC3-1913-174E-8C92-06ABB4F238B3}"/>
              </a:ext>
            </a:extLst>
          </p:cNvPr>
          <p:cNvSpPr>
            <a:spLocks noGrp="1" noRot="1" noMove="1" noResize="1" noEditPoints="1" noAdjustHandles="1" noChangeArrowheads="1" noChangeShapeType="1"/>
          </p:cNvSpPr>
          <p:nvPr>
            <p:ph type="body" idx="10"/>
            <p:custDataLst>
              <p:tags r:id="rId2"/>
            </p:custDataLst>
          </p:nvPr>
        </p:nvSpPr>
        <p:spPr/>
        <p:txBody>
          <a:bodyPr/>
          <a:lstStyle/>
          <a:p>
            <a:r>
              <a:rPr lang="de-CH" dirty="0"/>
              <a:t>Technology Platform for Research</a:t>
            </a:r>
          </a:p>
        </p:txBody>
      </p:sp>
      <p:sp>
        <p:nvSpPr>
          <p:cNvPr id="4" name="Textplatzhalter 3">
            <a:extLst>
              <a:ext uri="{FF2B5EF4-FFF2-40B4-BE49-F238E27FC236}">
                <a16:creationId xmlns:a16="http://schemas.microsoft.com/office/drawing/2014/main" id="{837EA709-162C-FF46-BA84-7460D3BDD2CB}"/>
              </a:ext>
            </a:extLst>
          </p:cNvPr>
          <p:cNvSpPr>
            <a:spLocks noGrp="1" noRot="1" noMove="1" noResize="1" noEditPoints="1" noAdjustHandles="1" noChangeArrowheads="1" noChangeShapeType="1"/>
          </p:cNvSpPr>
          <p:nvPr>
            <p:ph type="body" idx="12"/>
            <p:custDataLst>
              <p:tags r:id="rId3"/>
            </p:custDataLst>
          </p:nvPr>
        </p:nvSpPr>
        <p:spPr/>
        <p:txBody>
          <a:bodyPr/>
          <a:lstStyle/>
          <a:p>
            <a:r>
              <a:rPr lang="de-DE" dirty="0"/>
              <a:t>30.03.2026</a:t>
            </a:r>
            <a:r>
              <a:rPr lang="de-CH" dirty="0"/>
              <a:t>, Fabrikstrasse 8</a:t>
            </a:r>
            <a:endParaRPr lang="de-DE" dirty="0"/>
          </a:p>
        </p:txBody>
      </p:sp>
      <p:sp>
        <p:nvSpPr>
          <p:cNvPr id="5" name="Textplatzhalter 4">
            <a:extLst>
              <a:ext uri="{FF2B5EF4-FFF2-40B4-BE49-F238E27FC236}">
                <a16:creationId xmlns:a16="http://schemas.microsoft.com/office/drawing/2014/main" id="{C7FAF644-0AC1-8243-9BA1-9B0B16468C59}"/>
              </a:ext>
            </a:extLst>
          </p:cNvPr>
          <p:cNvSpPr>
            <a:spLocks noGrp="1" noRot="1" noMove="1" noResize="1" noEditPoints="1" noAdjustHandles="1" noChangeArrowheads="1" noChangeShapeType="1"/>
          </p:cNvSpPr>
          <p:nvPr>
            <p:ph type="body" idx="11"/>
            <p:custDataLst>
              <p:tags r:id="rId4"/>
            </p:custDataLst>
          </p:nvPr>
        </p:nvSpPr>
        <p:spPr/>
        <p:txBody>
          <a:bodyPr/>
          <a:lstStyle/>
          <a:p>
            <a:r>
              <a:rPr lang="de-CH" spc="20" dirty="0">
                <a:solidFill>
                  <a:srgbClr val="231F20"/>
                </a:solidFill>
              </a:rPr>
              <a:t>for your Attention</a:t>
            </a:r>
            <a:endParaRPr lang="de-DE" dirty="0"/>
          </a:p>
        </p:txBody>
      </p:sp>
      <p:pic>
        <p:nvPicPr>
          <p:cNvPr id="7" name="Inhaltsplatzhalter 7">
            <a:extLst>
              <a:ext uri="{FF2B5EF4-FFF2-40B4-BE49-F238E27FC236}">
                <a16:creationId xmlns:a16="http://schemas.microsoft.com/office/drawing/2014/main" id="{ECF287E3-741C-004F-A0BA-1A2BA0C0FEBF}"/>
              </a:ext>
            </a:extLst>
          </p:cNvPr>
          <p:cNvPicPr>
            <a:picLocks noGrp="1" noChangeAspect="1"/>
          </p:cNvPicPr>
          <p:nvPr>
            <p:ph sz="half" idx="1"/>
          </p:nvPr>
        </p:nvPicPr>
        <p:blipFill>
          <a:blip r:embed="rId7">
            <a:extLst>
              <a:ext uri="{28A0092B-C50C-407E-A947-70E740481C1C}">
                <a14:useLocalDpi xmlns:a14="http://schemas.microsoft.com/office/drawing/2010/main" val="0"/>
              </a:ext>
            </a:extLst>
          </a:blip>
          <a:stretch>
            <a:fillRect/>
          </a:stretch>
        </p:blipFill>
        <p:spPr>
          <a:xfrm>
            <a:off x="0" y="1924050"/>
            <a:ext cx="9144000" cy="3213100"/>
          </a:xfrm>
        </p:spPr>
      </p:pic>
    </p:spTree>
    <p:extLst>
      <p:ext uri="{BB962C8B-B14F-4D97-AF65-F5344CB8AC3E}">
        <p14:creationId xmlns:p14="http://schemas.microsoft.com/office/powerpoint/2010/main" val="40406106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HAPE_LOCKS" val="1983"/>
</p:tagLst>
</file>

<file path=ppt/tags/tag2.xml><?xml version="1.0" encoding="utf-8"?>
<p:tagLst xmlns:a="http://schemas.openxmlformats.org/drawingml/2006/main" xmlns:r="http://schemas.openxmlformats.org/officeDocument/2006/relationships" xmlns:p="http://schemas.openxmlformats.org/presentationml/2006/main">
  <p:tag name="SHAPE_LOCKS" val="1935"/>
</p:tagLst>
</file>

<file path=ppt/tags/tag3.xml><?xml version="1.0" encoding="utf-8"?>
<p:tagLst xmlns:a="http://schemas.openxmlformats.org/drawingml/2006/main" xmlns:r="http://schemas.openxmlformats.org/officeDocument/2006/relationships" xmlns:p="http://schemas.openxmlformats.org/presentationml/2006/main">
  <p:tag name="SHAPE_LOCKS" val="1983"/>
</p:tagLst>
</file>

<file path=ppt/tags/tag4.xml><?xml version="1.0" encoding="utf-8"?>
<p:tagLst xmlns:a="http://schemas.openxmlformats.org/drawingml/2006/main" xmlns:r="http://schemas.openxmlformats.org/officeDocument/2006/relationships" xmlns:p="http://schemas.openxmlformats.org/presentationml/2006/main">
  <p:tag name="SHAPE_LOCKS" val="1935"/>
</p:tagLst>
</file>

<file path=ppt/tags/tag5.xml><?xml version="1.0" encoding="utf-8"?>
<p:tagLst xmlns:a="http://schemas.openxmlformats.org/drawingml/2006/main" xmlns:r="http://schemas.openxmlformats.org/officeDocument/2006/relationships" xmlns:p="http://schemas.openxmlformats.org/presentationml/2006/main">
  <p:tag name="SHAPE_LOCKS" val="1983"/>
</p:tagLst>
</file>

<file path=ppt/tags/tag6.xml><?xml version="1.0" encoding="utf-8"?>
<p:tagLst xmlns:a="http://schemas.openxmlformats.org/drawingml/2006/main" xmlns:r="http://schemas.openxmlformats.org/officeDocument/2006/relationships" xmlns:p="http://schemas.openxmlformats.org/presentationml/2006/main">
  <p:tag name="SHAPE_LOCKS" val="1983"/>
</p:tagLst>
</file>

<file path=ppt/tags/tag7.xml><?xml version="1.0" encoding="utf-8"?>
<p:tagLst xmlns:a="http://schemas.openxmlformats.org/drawingml/2006/main" xmlns:r="http://schemas.openxmlformats.org/officeDocument/2006/relationships" xmlns:p="http://schemas.openxmlformats.org/presentationml/2006/main">
  <p:tag name="SHAPE_LOCKS" val="1935"/>
</p:tagLst>
</file>

<file path=ppt/tags/tag8.xml><?xml version="1.0" encoding="utf-8"?>
<p:tagLst xmlns:a="http://schemas.openxmlformats.org/drawingml/2006/main" xmlns:r="http://schemas.openxmlformats.org/officeDocument/2006/relationships" xmlns:p="http://schemas.openxmlformats.org/presentationml/2006/main">
  <p:tag name="SHAPE_LOCKS" val="1983"/>
</p:tagLst>
</file>

<file path=ppt/tags/tag9.xml><?xml version="1.0" encoding="utf-8"?>
<p:tagLst xmlns:a="http://schemas.openxmlformats.org/drawingml/2006/main" xmlns:r="http://schemas.openxmlformats.org/officeDocument/2006/relationships" xmlns:p="http://schemas.openxmlformats.org/presentationml/2006/main">
  <p:tag name="SHAPE_LOCKS" val="1935"/>
</p:tagLst>
</file>

<file path=ppt/tags/tag10.xml><?xml version="1.0" encoding="utf-8"?>
<p:tagLst xmlns:a="http://schemas.openxmlformats.org/drawingml/2006/main" xmlns:r="http://schemas.openxmlformats.org/officeDocument/2006/relationships" xmlns:p="http://schemas.openxmlformats.org/presentationml/2006/main">
  <p:tag name="SHAPE_LOCKS" val="1983"/>
</p:tagLst>
</file>

<file path=ppt/tags/tag11.xml><?xml version="1.0" encoding="utf-8"?>
<p:tagLst xmlns:a="http://schemas.openxmlformats.org/drawingml/2006/main" xmlns:r="http://schemas.openxmlformats.org/officeDocument/2006/relationships" xmlns:p="http://schemas.openxmlformats.org/presentationml/2006/main">
  <p:tag name="SHAPE_LOCKS" val="1983"/>
</p:tagLst>
</file>

<file path=ppt/tags/tag12.xml><?xml version="1.0" encoding="utf-8"?>
<p:tagLst xmlns:a="http://schemas.openxmlformats.org/drawingml/2006/main" xmlns:r="http://schemas.openxmlformats.org/officeDocument/2006/relationships" xmlns:p="http://schemas.openxmlformats.org/presentationml/2006/main">
  <p:tag name="SHAPE_LOCKS" val="1983"/>
</p:tagLst>
</file>

<file path=ppt/tags/tag13.xml><?xml version="1.0" encoding="utf-8"?>
<p:tagLst xmlns:a="http://schemas.openxmlformats.org/drawingml/2006/main" xmlns:r="http://schemas.openxmlformats.org/officeDocument/2006/relationships" xmlns:p="http://schemas.openxmlformats.org/presentationml/2006/main">
  <p:tag name="SHAPE_LOCKS" val="1983"/>
</p:tagLst>
</file>

<file path=ppt/tags/tag14.xml><?xml version="1.0" encoding="utf-8"?>
<p:tagLst xmlns:a="http://schemas.openxmlformats.org/drawingml/2006/main" xmlns:r="http://schemas.openxmlformats.org/officeDocument/2006/relationships" xmlns:p="http://schemas.openxmlformats.org/presentationml/2006/main">
  <p:tag name="SHAPE_LOCKS" val="1983"/>
</p:tagLst>
</file>

<file path=ppt/tags/tag15.xml><?xml version="1.0" encoding="utf-8"?>
<p:tagLst xmlns:a="http://schemas.openxmlformats.org/drawingml/2006/main" xmlns:r="http://schemas.openxmlformats.org/officeDocument/2006/relationships" xmlns:p="http://schemas.openxmlformats.org/presentationml/2006/main">
  <p:tag name="SHAPE_LOCKS" val="1983"/>
</p:tagLst>
</file>

<file path=ppt/tags/tag16.xml><?xml version="1.0" encoding="utf-8"?>
<p:tagLst xmlns:a="http://schemas.openxmlformats.org/drawingml/2006/main" xmlns:r="http://schemas.openxmlformats.org/officeDocument/2006/relationships" xmlns:p="http://schemas.openxmlformats.org/presentationml/2006/main">
  <p:tag name="SHAPE_LOCKS" val="1983"/>
</p:tagLst>
</file>

<file path=ppt/tags/tag17.xml><?xml version="1.0" encoding="utf-8"?>
<p:tagLst xmlns:a="http://schemas.openxmlformats.org/drawingml/2006/main" xmlns:r="http://schemas.openxmlformats.org/officeDocument/2006/relationships" xmlns:p="http://schemas.openxmlformats.org/presentationml/2006/main">
  <p:tag name="SHAPE_LOCKS" val="1983"/>
</p:tagLst>
</file>

<file path=ppt/tags/tag18.xml><?xml version="1.0" encoding="utf-8"?>
<p:tagLst xmlns:a="http://schemas.openxmlformats.org/drawingml/2006/main" xmlns:r="http://schemas.openxmlformats.org/officeDocument/2006/relationships" xmlns:p="http://schemas.openxmlformats.org/presentationml/2006/main">
  <p:tag name="SHAPE_LOCKS" val="1983"/>
</p:tagLst>
</file>

<file path=ppt/tags/tag19.xml><?xml version="1.0" encoding="utf-8"?>
<p:tagLst xmlns:a="http://schemas.openxmlformats.org/drawingml/2006/main" xmlns:r="http://schemas.openxmlformats.org/officeDocument/2006/relationships" xmlns:p="http://schemas.openxmlformats.org/presentationml/2006/main">
  <p:tag name="SHAPE_LOCKS" val="1983"/>
</p:tagLst>
</file>

<file path=ppt/tags/tag20.xml><?xml version="1.0" encoding="utf-8"?>
<p:tagLst xmlns:a="http://schemas.openxmlformats.org/drawingml/2006/main" xmlns:r="http://schemas.openxmlformats.org/officeDocument/2006/relationships" xmlns:p="http://schemas.openxmlformats.org/presentationml/2006/main">
  <p:tag name="SHAPE_LOCKS" val="1983"/>
</p:tagLst>
</file>

<file path=ppt/tags/tag21.xml><?xml version="1.0" encoding="utf-8"?>
<p:tagLst xmlns:a="http://schemas.openxmlformats.org/drawingml/2006/main" xmlns:r="http://schemas.openxmlformats.org/officeDocument/2006/relationships" xmlns:p="http://schemas.openxmlformats.org/presentationml/2006/main">
  <p:tag name="SHAPE_LOCKS" val="1983"/>
</p:tagLst>
</file>

<file path=ppt/tags/tag22.xml><?xml version="1.0" encoding="utf-8"?>
<p:tagLst xmlns:a="http://schemas.openxmlformats.org/drawingml/2006/main" xmlns:r="http://schemas.openxmlformats.org/officeDocument/2006/relationships" xmlns:p="http://schemas.openxmlformats.org/presentationml/2006/main">
  <p:tag name="SHAPE_LOCKS" val="1983"/>
</p:tagLst>
</file>

<file path=ppt/tags/tag23.xml><?xml version="1.0" encoding="utf-8"?>
<p:tagLst xmlns:a="http://schemas.openxmlformats.org/drawingml/2006/main" xmlns:r="http://schemas.openxmlformats.org/officeDocument/2006/relationships" xmlns:p="http://schemas.openxmlformats.org/presentationml/2006/main">
  <p:tag name="SHAPE_LOCKS" val="1983"/>
</p:tagLst>
</file>

<file path=ppt/tags/tag24.xml><?xml version="1.0" encoding="utf-8"?>
<p:tagLst xmlns:a="http://schemas.openxmlformats.org/drawingml/2006/main" xmlns:r="http://schemas.openxmlformats.org/officeDocument/2006/relationships" xmlns:p="http://schemas.openxmlformats.org/presentationml/2006/main">
  <p:tag name="SHAPE_LOCKS" val="1983"/>
</p:tagLst>
</file>

<file path=ppt/tags/tag25.xml><?xml version="1.0" encoding="utf-8"?>
<p:tagLst xmlns:a="http://schemas.openxmlformats.org/drawingml/2006/main" xmlns:r="http://schemas.openxmlformats.org/officeDocument/2006/relationships" xmlns:p="http://schemas.openxmlformats.org/presentationml/2006/main">
  <p:tag name="SHAPE_LOCKS" val="1983"/>
</p:tagLst>
</file>

<file path=ppt/tags/tag26.xml><?xml version="1.0" encoding="utf-8"?>
<p:tagLst xmlns:a="http://schemas.openxmlformats.org/drawingml/2006/main" xmlns:r="http://schemas.openxmlformats.org/officeDocument/2006/relationships" xmlns:p="http://schemas.openxmlformats.org/presentationml/2006/main">
  <p:tag name="ROLE" val="title"/>
</p:tagLst>
</file>

<file path=ppt/tags/tag27.xml><?xml version="1.0" encoding="utf-8"?>
<p:tagLst xmlns:a="http://schemas.openxmlformats.org/drawingml/2006/main" xmlns:r="http://schemas.openxmlformats.org/officeDocument/2006/relationships" xmlns:p="http://schemas.openxmlformats.org/presentationml/2006/main">
  <p:tag name="ROLE" val="textplaceholder1"/>
</p:tagLst>
</file>

<file path=ppt/tags/tag28.xml><?xml version="1.0" encoding="utf-8"?>
<p:tagLst xmlns:a="http://schemas.openxmlformats.org/drawingml/2006/main" xmlns:r="http://schemas.openxmlformats.org/officeDocument/2006/relationships" xmlns:p="http://schemas.openxmlformats.org/presentationml/2006/main">
  <p:tag name="ROLE" val="title"/>
</p:tagLst>
</file>

<file path=ppt/tags/tag29.xml><?xml version="1.0" encoding="utf-8"?>
<p:tagLst xmlns:a="http://schemas.openxmlformats.org/drawingml/2006/main" xmlns:r="http://schemas.openxmlformats.org/officeDocument/2006/relationships" xmlns:p="http://schemas.openxmlformats.org/presentationml/2006/main">
  <p:tag name="ROLE" val="footer"/>
</p:tagLst>
</file>

<file path=ppt/tags/tag30.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1.xml><?xml version="1.0" encoding="utf-8"?>
<p:tagLst xmlns:a="http://schemas.openxmlformats.org/drawingml/2006/main" xmlns:r="http://schemas.openxmlformats.org/officeDocument/2006/relationships" xmlns:p="http://schemas.openxmlformats.org/presentationml/2006/main">
  <p:tag name="ROLE" val="title"/>
</p:tagLst>
</file>

<file path=ppt/tags/tag32.xml><?xml version="1.0" encoding="utf-8"?>
<p:tagLst xmlns:a="http://schemas.openxmlformats.org/drawingml/2006/main" xmlns:r="http://schemas.openxmlformats.org/officeDocument/2006/relationships" xmlns:p="http://schemas.openxmlformats.org/presentationml/2006/main">
  <p:tag name="ROLE" val="subtitle1"/>
</p:tagLst>
</file>

<file path=ppt/tags/tag33.xml><?xml version="1.0" encoding="utf-8"?>
<p:tagLst xmlns:a="http://schemas.openxmlformats.org/drawingml/2006/main" xmlns:r="http://schemas.openxmlformats.org/officeDocument/2006/relationships" xmlns:p="http://schemas.openxmlformats.org/presentationml/2006/main">
  <p:tag name="ROLE" val="footer"/>
</p:tagLst>
</file>

<file path=ppt/tags/tag34.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5.xml><?xml version="1.0" encoding="utf-8"?>
<p:tagLst xmlns:a="http://schemas.openxmlformats.org/drawingml/2006/main" xmlns:r="http://schemas.openxmlformats.org/officeDocument/2006/relationships" xmlns:p="http://schemas.openxmlformats.org/presentationml/2006/main">
  <p:tag name="ROLE" val="footer"/>
</p:tagLst>
</file>

<file path=ppt/tags/tag36.xml><?xml version="1.0" encoding="utf-8"?>
<p:tagLst xmlns:a="http://schemas.openxmlformats.org/drawingml/2006/main" xmlns:r="http://schemas.openxmlformats.org/officeDocument/2006/relationships" xmlns:p="http://schemas.openxmlformats.org/presentationml/2006/main">
  <p:tag name="ROLE" val="title"/>
</p:tagLst>
</file>

<file path=ppt/tags/tag37.xml><?xml version="1.0" encoding="utf-8"?>
<p:tagLst xmlns:a="http://schemas.openxmlformats.org/drawingml/2006/main" xmlns:r="http://schemas.openxmlformats.org/officeDocument/2006/relationships" xmlns:p="http://schemas.openxmlformats.org/presentationml/2006/main">
  <p:tag name="ROLE" val="subtitle1"/>
</p:tagLst>
</file>

<file path=ppt/tags/tag38.xml><?xml version="1.0" encoding="utf-8"?>
<p:tagLst xmlns:a="http://schemas.openxmlformats.org/drawingml/2006/main" xmlns:r="http://schemas.openxmlformats.org/officeDocument/2006/relationships" xmlns:p="http://schemas.openxmlformats.org/presentationml/2006/main">
  <p:tag name="ROLE" val="title"/>
</p:tagLst>
</file>

<file path=ppt/tags/tag39.xml><?xml version="1.0" encoding="utf-8"?>
<p:tagLst xmlns:a="http://schemas.openxmlformats.org/drawingml/2006/main" xmlns:r="http://schemas.openxmlformats.org/officeDocument/2006/relationships" xmlns:p="http://schemas.openxmlformats.org/presentationml/2006/main">
  <p:tag name="ROLE" val="subtitle1"/>
</p:tagLst>
</file>

<file path=ppt/tags/tag40.xml><?xml version="1.0" encoding="utf-8"?>
<p:tagLst xmlns:a="http://schemas.openxmlformats.org/drawingml/2006/main" xmlns:r="http://schemas.openxmlformats.org/officeDocument/2006/relationships" xmlns:p="http://schemas.openxmlformats.org/presentationml/2006/main">
  <p:tag name="ROLE" val="footer"/>
</p:tagLst>
</file>

<file path=ppt/tags/tag41.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2.xml><?xml version="1.0" encoding="utf-8"?>
<p:tagLst xmlns:a="http://schemas.openxmlformats.org/drawingml/2006/main" xmlns:r="http://schemas.openxmlformats.org/officeDocument/2006/relationships" xmlns:p="http://schemas.openxmlformats.org/presentationml/2006/main">
  <p:tag name="ROLE" val="subtitle2"/>
</p:tagLst>
</file>

<file path=ppt/tags/tag43.xml><?xml version="1.0" encoding="utf-8"?>
<p:tagLst xmlns:a="http://schemas.openxmlformats.org/drawingml/2006/main" xmlns:r="http://schemas.openxmlformats.org/officeDocument/2006/relationships" xmlns:p="http://schemas.openxmlformats.org/presentationml/2006/main">
  <p:tag name="ROLE" val="textplaceholder2"/>
</p:tagLst>
</file>

<file path=ppt/tags/tag44.xml><?xml version="1.0" encoding="utf-8"?>
<p:tagLst xmlns:a="http://schemas.openxmlformats.org/drawingml/2006/main" xmlns:r="http://schemas.openxmlformats.org/officeDocument/2006/relationships" xmlns:p="http://schemas.openxmlformats.org/presentationml/2006/main">
  <p:tag name="ROLE" val="subtitle3"/>
</p:tagLst>
</file>

<file path=ppt/tags/tag45.xml><?xml version="1.0" encoding="utf-8"?>
<p:tagLst xmlns:a="http://schemas.openxmlformats.org/drawingml/2006/main" xmlns:r="http://schemas.openxmlformats.org/officeDocument/2006/relationships" xmlns:p="http://schemas.openxmlformats.org/presentationml/2006/main">
  <p:tag name="ROLE" val="textplaceholder3"/>
</p:tagLst>
</file>

<file path=ppt/tags/tag46.xml><?xml version="1.0" encoding="utf-8"?>
<p:tagLst xmlns:a="http://schemas.openxmlformats.org/drawingml/2006/main" xmlns:r="http://schemas.openxmlformats.org/officeDocument/2006/relationships" xmlns:p="http://schemas.openxmlformats.org/presentationml/2006/main">
  <p:tag name="ROLE" val="subtitle4"/>
</p:tagLst>
</file>

<file path=ppt/tags/tag47.xml><?xml version="1.0" encoding="utf-8"?>
<p:tagLst xmlns:a="http://schemas.openxmlformats.org/drawingml/2006/main" xmlns:r="http://schemas.openxmlformats.org/officeDocument/2006/relationships" xmlns:p="http://schemas.openxmlformats.org/presentationml/2006/main">
  <p:tag name="ROLE" val="textplaceholder4"/>
</p:tagLst>
</file>

<file path=ppt/tags/tag48.xml><?xml version="1.0" encoding="utf-8"?>
<p:tagLst xmlns:a="http://schemas.openxmlformats.org/drawingml/2006/main" xmlns:r="http://schemas.openxmlformats.org/officeDocument/2006/relationships" xmlns:p="http://schemas.openxmlformats.org/presentationml/2006/main">
  <p:tag name="ROLE" val="subtitle5"/>
</p:tagLst>
</file>

<file path=ppt/tags/tag49.xml><?xml version="1.0" encoding="utf-8"?>
<p:tagLst xmlns:a="http://schemas.openxmlformats.org/drawingml/2006/main" xmlns:r="http://schemas.openxmlformats.org/officeDocument/2006/relationships" xmlns:p="http://schemas.openxmlformats.org/presentationml/2006/main">
  <p:tag name="ROLE" val="textplaceholder5"/>
</p:tagLst>
</file>

<file path=ppt/tags/tag50.xml><?xml version="1.0" encoding="utf-8"?>
<p:tagLst xmlns:a="http://schemas.openxmlformats.org/drawingml/2006/main" xmlns:r="http://schemas.openxmlformats.org/officeDocument/2006/relationships" xmlns:p="http://schemas.openxmlformats.org/presentationml/2006/main">
  <p:tag name="ROLE" val="title"/>
</p:tagLst>
</file>

<file path=ppt/tags/tag51.xml><?xml version="1.0" encoding="utf-8"?>
<p:tagLst xmlns:a="http://schemas.openxmlformats.org/drawingml/2006/main" xmlns:r="http://schemas.openxmlformats.org/officeDocument/2006/relationships" xmlns:p="http://schemas.openxmlformats.org/presentationml/2006/main">
  <p:tag name="ROLE" val="subtitle1"/>
</p:tagLst>
</file>

<file path=ppt/tags/tag52.xml><?xml version="1.0" encoding="utf-8"?>
<p:tagLst xmlns:a="http://schemas.openxmlformats.org/drawingml/2006/main" xmlns:r="http://schemas.openxmlformats.org/officeDocument/2006/relationships" xmlns:p="http://schemas.openxmlformats.org/presentationml/2006/main">
  <p:tag name="ROLE" val="footer"/>
</p:tagLst>
</file>

<file path=ppt/tags/tag5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4.xml><?xml version="1.0" encoding="utf-8"?>
<p:tagLst xmlns:a="http://schemas.openxmlformats.org/drawingml/2006/main" xmlns:r="http://schemas.openxmlformats.org/officeDocument/2006/relationships" xmlns:p="http://schemas.openxmlformats.org/presentationml/2006/main">
  <p:tag name="ROLE" val="title"/>
</p:tagLst>
</file>

<file path=ppt/tags/tag55.xml><?xml version="1.0" encoding="utf-8"?>
<p:tagLst xmlns:a="http://schemas.openxmlformats.org/drawingml/2006/main" xmlns:r="http://schemas.openxmlformats.org/officeDocument/2006/relationships" xmlns:p="http://schemas.openxmlformats.org/presentationml/2006/main">
  <p:tag name="ROLE" val="subtitle1"/>
</p:tagLst>
</file>

<file path=ppt/tags/tag56.xml><?xml version="1.0" encoding="utf-8"?>
<p:tagLst xmlns:a="http://schemas.openxmlformats.org/drawingml/2006/main" xmlns:r="http://schemas.openxmlformats.org/officeDocument/2006/relationships" xmlns:p="http://schemas.openxmlformats.org/presentationml/2006/main">
  <p:tag name="ROLE" val="footer"/>
</p:tagLst>
</file>

<file path=ppt/tags/tag57.xml><?xml version="1.0" encoding="utf-8"?>
<p:tagLst xmlns:a="http://schemas.openxmlformats.org/drawingml/2006/main" xmlns:r="http://schemas.openxmlformats.org/officeDocument/2006/relationships" xmlns:p="http://schemas.openxmlformats.org/presentationml/2006/main">
  <p:tag name="ROLE" val="textplaceholder1"/>
</p:tagLst>
</file>

<file path=ppt/tags/tag58.xml><?xml version="1.0" encoding="utf-8"?>
<p:tagLst xmlns:a="http://schemas.openxmlformats.org/drawingml/2006/main" xmlns:r="http://schemas.openxmlformats.org/officeDocument/2006/relationships" xmlns:p="http://schemas.openxmlformats.org/presentationml/2006/main">
  <p:tag name="ROLE" val="title"/>
</p:tagLst>
</file>

<file path=ppt/tags/tag59.xml><?xml version="1.0" encoding="utf-8"?>
<p:tagLst xmlns:a="http://schemas.openxmlformats.org/drawingml/2006/main" xmlns:r="http://schemas.openxmlformats.org/officeDocument/2006/relationships" xmlns:p="http://schemas.openxmlformats.org/presentationml/2006/main">
  <p:tag name="ROLE" val="subtitle1"/>
</p:tagLst>
</file>

<file path=ppt/tags/tag60.xml><?xml version="1.0" encoding="utf-8"?>
<p:tagLst xmlns:a="http://schemas.openxmlformats.org/drawingml/2006/main" xmlns:r="http://schemas.openxmlformats.org/officeDocument/2006/relationships" xmlns:p="http://schemas.openxmlformats.org/presentationml/2006/main">
  <p:tag name="ROLE" val="footer"/>
</p:tagLst>
</file>

<file path=ppt/tags/tag61.xml><?xml version="1.0" encoding="utf-8"?>
<p:tagLst xmlns:a="http://schemas.openxmlformats.org/drawingml/2006/main" xmlns:r="http://schemas.openxmlformats.org/officeDocument/2006/relationships" xmlns:p="http://schemas.openxmlformats.org/presentationml/2006/main">
  <p:tag name="ROLE" val="textplaceholder1"/>
</p:tagLst>
</file>

<file path=ppt/tags/tag62.xml><?xml version="1.0" encoding="utf-8"?>
<p:tagLst xmlns:a="http://schemas.openxmlformats.org/drawingml/2006/main" xmlns:r="http://schemas.openxmlformats.org/officeDocument/2006/relationships" xmlns:p="http://schemas.openxmlformats.org/presentationml/2006/main">
  <p:tag name="ROLE" val="title"/>
</p:tagLst>
</file>

<file path=ppt/tags/tag63.xml><?xml version="1.0" encoding="utf-8"?>
<p:tagLst xmlns:a="http://schemas.openxmlformats.org/drawingml/2006/main" xmlns:r="http://schemas.openxmlformats.org/officeDocument/2006/relationships" xmlns:p="http://schemas.openxmlformats.org/presentationml/2006/main">
  <p:tag name="ROLE" val="subtitle1"/>
</p:tagLst>
</file>

<file path=ppt/tags/tag64.xml><?xml version="1.0" encoding="utf-8"?>
<p:tagLst xmlns:a="http://schemas.openxmlformats.org/drawingml/2006/main" xmlns:r="http://schemas.openxmlformats.org/officeDocument/2006/relationships" xmlns:p="http://schemas.openxmlformats.org/presentationml/2006/main">
  <p:tag name="ROLE" val="footer"/>
</p:tagLst>
</file>

<file path=ppt/tags/tag65.xml><?xml version="1.0" encoding="utf-8"?>
<p:tagLst xmlns:a="http://schemas.openxmlformats.org/drawingml/2006/main" xmlns:r="http://schemas.openxmlformats.org/officeDocument/2006/relationships" xmlns:p="http://schemas.openxmlformats.org/presentationml/2006/main">
  <p:tag name="SHAPE_LOCKS" val="1935"/>
</p:tagLst>
</file>

<file path=ppt/tags/tag66.xml><?xml version="1.0" encoding="utf-8"?>
<p:tagLst xmlns:a="http://schemas.openxmlformats.org/drawingml/2006/main" xmlns:r="http://schemas.openxmlformats.org/officeDocument/2006/relationships" xmlns:p="http://schemas.openxmlformats.org/presentationml/2006/main">
  <p:tag name="SHAPE_LOCKS" val="1935"/>
</p:tagLst>
</file>

<file path=ppt/tags/tag67.xml><?xml version="1.0" encoding="utf-8"?>
<p:tagLst xmlns:a="http://schemas.openxmlformats.org/drawingml/2006/main" xmlns:r="http://schemas.openxmlformats.org/officeDocument/2006/relationships" xmlns:p="http://schemas.openxmlformats.org/presentationml/2006/main">
  <p:tag name="SHAPE_LOCKS" val="1935"/>
</p:tagLst>
</file>

<file path=ppt/tags/tag68.xml><?xml version="1.0" encoding="utf-8"?>
<p:tagLst xmlns:a="http://schemas.openxmlformats.org/drawingml/2006/main" xmlns:r="http://schemas.openxmlformats.org/officeDocument/2006/relationships" xmlns:p="http://schemas.openxmlformats.org/presentationml/2006/main">
  <p:tag name="SHAPE_LOCKS" val="1935"/>
</p:tagLst>
</file>

<file path=ppt/tags/tag69.xml><?xml version="1.0" encoding="utf-8"?>
<p:tagLst xmlns:a="http://schemas.openxmlformats.org/drawingml/2006/main" xmlns:r="http://schemas.openxmlformats.org/officeDocument/2006/relationships" xmlns:p="http://schemas.openxmlformats.org/presentationml/2006/main">
  <p:tag name="SHAPE_LOCKS" val="1935"/>
</p:tagLst>
</file>

<file path=ppt/tags/tag70.xml><?xml version="1.0" encoding="utf-8"?>
<p:tagLst xmlns:a="http://schemas.openxmlformats.org/drawingml/2006/main" xmlns:r="http://schemas.openxmlformats.org/officeDocument/2006/relationships" xmlns:p="http://schemas.openxmlformats.org/presentationml/2006/main">
  <p:tag name="SHAPE_LOCKS" val="1935"/>
</p:tagLst>
</file>

<file path=ppt/tags/tag71.xml><?xml version="1.0" encoding="utf-8"?>
<p:tagLst xmlns:a="http://schemas.openxmlformats.org/drawingml/2006/main" xmlns:r="http://schemas.openxmlformats.org/officeDocument/2006/relationships" xmlns:p="http://schemas.openxmlformats.org/presentationml/2006/main">
  <p:tag name="SHAPE_LOCKS" val="1935"/>
</p:tagLst>
</file>

<file path=ppt/tags/tag72.xml><?xml version="1.0" encoding="utf-8"?>
<p:tagLst xmlns:a="http://schemas.openxmlformats.org/drawingml/2006/main" xmlns:r="http://schemas.openxmlformats.org/officeDocument/2006/relationships" xmlns:p="http://schemas.openxmlformats.org/presentationml/2006/main">
  <p:tag name="SHAPE_LOCKS" val="1935"/>
</p:tagLst>
</file>

<file path=ppt/tags/tag73.xml><?xml version="1.0" encoding="utf-8"?>
<p:tagLst xmlns:a="http://schemas.openxmlformats.org/drawingml/2006/main" xmlns:r="http://schemas.openxmlformats.org/officeDocument/2006/relationships" xmlns:p="http://schemas.openxmlformats.org/presentationml/2006/main">
  <p:tag name="SHAPE_LOCKS" val="1935"/>
</p:tagLst>
</file>

<file path=ppt/tags/tag74.xml><?xml version="1.0" encoding="utf-8"?>
<p:tagLst xmlns:a="http://schemas.openxmlformats.org/drawingml/2006/main" xmlns:r="http://schemas.openxmlformats.org/officeDocument/2006/relationships" xmlns:p="http://schemas.openxmlformats.org/presentationml/2006/main">
  <p:tag name="SHAPE_LOCKS" val="1935"/>
</p:tagLst>
</file>

<file path=ppt/tags/tag75.xml><?xml version="1.0" encoding="utf-8"?>
<p:tagLst xmlns:a="http://schemas.openxmlformats.org/drawingml/2006/main" xmlns:r="http://schemas.openxmlformats.org/officeDocument/2006/relationships" xmlns:p="http://schemas.openxmlformats.org/presentationml/2006/main">
  <p:tag name="SHAPE_LOCKS" val="1935"/>
</p:tagLst>
</file>

<file path=ppt/tags/tag76.xml><?xml version="1.0" encoding="utf-8"?>
<p:tagLst xmlns:a="http://schemas.openxmlformats.org/drawingml/2006/main" xmlns:r="http://schemas.openxmlformats.org/officeDocument/2006/relationships" xmlns:p="http://schemas.openxmlformats.org/presentationml/2006/main">
  <p:tag name="SHAPE_LOCKS" val="1935"/>
</p:tagLst>
</file>

<file path=ppt/tags/tag77.xml><?xml version="1.0" encoding="utf-8"?>
<p:tagLst xmlns:a="http://schemas.openxmlformats.org/drawingml/2006/main" xmlns:r="http://schemas.openxmlformats.org/officeDocument/2006/relationships" xmlns:p="http://schemas.openxmlformats.org/presentationml/2006/main">
  <p:tag name="SHAPE_LOCKS" val="1935"/>
</p:tagLst>
</file>

<file path=ppt/tags/tag78.xml><?xml version="1.0" encoding="utf-8"?>
<p:tagLst xmlns:a="http://schemas.openxmlformats.org/drawingml/2006/main" xmlns:r="http://schemas.openxmlformats.org/officeDocument/2006/relationships" xmlns:p="http://schemas.openxmlformats.org/presentationml/2006/main">
  <p:tag name="SHAPE_LOCKS" val="1935"/>
</p:tagLst>
</file>

<file path=ppt/tags/tag79.xml><?xml version="1.0" encoding="utf-8"?>
<p:tagLst xmlns:a="http://schemas.openxmlformats.org/drawingml/2006/main" xmlns:r="http://schemas.openxmlformats.org/officeDocument/2006/relationships" xmlns:p="http://schemas.openxmlformats.org/presentationml/2006/main">
  <p:tag name="SHAPE_LOCKS" val="1935"/>
</p:tagLst>
</file>

<file path=ppt/tags/tag80.xml><?xml version="1.0" encoding="utf-8"?>
<p:tagLst xmlns:a="http://schemas.openxmlformats.org/drawingml/2006/main" xmlns:r="http://schemas.openxmlformats.org/officeDocument/2006/relationships" xmlns:p="http://schemas.openxmlformats.org/presentationml/2006/main">
  <p:tag name="SHAPE_LOCKS" val="1935"/>
</p:tagLst>
</file>

<file path=ppt/tags/tag81.xml><?xml version="1.0" encoding="utf-8"?>
<p:tagLst xmlns:a="http://schemas.openxmlformats.org/drawingml/2006/main" xmlns:r="http://schemas.openxmlformats.org/officeDocument/2006/relationships" xmlns:p="http://schemas.openxmlformats.org/presentationml/2006/main">
  <p:tag name="SHAPE_LOCKS" val="1935"/>
</p:tagLst>
</file>

<file path=ppt/tags/tag82.xml><?xml version="1.0" encoding="utf-8"?>
<p:tagLst xmlns:a="http://schemas.openxmlformats.org/drawingml/2006/main" xmlns:r="http://schemas.openxmlformats.org/officeDocument/2006/relationships" xmlns:p="http://schemas.openxmlformats.org/presentationml/2006/main">
  <p:tag name="SHAPE_LOCKS" val="1935"/>
</p:tagLst>
</file>

<file path=ppt/tags/tag83.xml><?xml version="1.0" encoding="utf-8"?>
<p:tagLst xmlns:a="http://schemas.openxmlformats.org/drawingml/2006/main" xmlns:r="http://schemas.openxmlformats.org/officeDocument/2006/relationships" xmlns:p="http://schemas.openxmlformats.org/presentationml/2006/main">
  <p:tag name="SHAPE_LOCKS" val="1935"/>
</p:tagLst>
</file>

<file path=ppt/tags/tag84.xml><?xml version="1.0" encoding="utf-8"?>
<p:tagLst xmlns:a="http://schemas.openxmlformats.org/drawingml/2006/main" xmlns:r="http://schemas.openxmlformats.org/officeDocument/2006/relationships" xmlns:p="http://schemas.openxmlformats.org/presentationml/2006/main">
  <p:tag name="SHAPE_LOCKS" val="1935"/>
</p:tagLst>
</file>

<file path=ppt/tags/tag85.xml><?xml version="1.0" encoding="utf-8"?>
<p:tagLst xmlns:a="http://schemas.openxmlformats.org/drawingml/2006/main" xmlns:r="http://schemas.openxmlformats.org/officeDocument/2006/relationships" xmlns:p="http://schemas.openxmlformats.org/presentationml/2006/main">
  <p:tag name="SHAPE_LOCKS" val="1935"/>
</p:tagLst>
</file>

<file path=ppt/theme/theme1.xml><?xml version="1.0" encoding="utf-8"?>
<a:theme xmlns:a="http://schemas.openxmlformats.org/drawingml/2006/main" name="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23 UBE PPP_169_V3_entw1.pptx" id="{320F5B9C-A90C-49C1-B68C-6D1387B8CC7F}" vid="{AA2DA766-CE65-48BC-8511-249081462825}"/>
    </a:ext>
  </a:extLst>
</a:theme>
</file>

<file path=ppt/theme/theme2.xml><?xml version="1.0" encoding="utf-8"?>
<a:theme xmlns:a="http://schemas.openxmlformats.org/drawingml/2006/main" name="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23 UBE PPP_169_V3_entw1.pptx" id="{320F5B9C-A90C-49C1-B68C-6D1387B8CC7F}" vid="{D2C55FCA-6C9D-4FD9-BCCB-6B11EC7624E0}"/>
    </a:ext>
  </a:extLst>
</a:theme>
</file>

<file path=ppt/theme/theme3.xml><?xml version="1.0" encoding="utf-8"?>
<a:theme xmlns:a="http://schemas.openxmlformats.org/drawingml/2006/main" name="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23 UBE PPP_169_V3_entw1.pptx" id="{320F5B9C-A90C-49C1-B68C-6D1387B8CC7F}" vid="{A1CF6E08-6A90-4A05-8CF6-C1D6B907E9E4}"/>
    </a:ext>
  </a:extLst>
</a:theme>
</file>

<file path=ppt/theme/theme4.xml><?xml version="1.0" encoding="utf-8"?>
<a:theme xmlns:a="http://schemas.openxmlformats.org/drawingml/2006/main" name="4">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23 UBE PPP_169_V3_entw1.pptx" id="{320F5B9C-A90C-49C1-B68C-6D1387B8CC7F}" vid="{3585EBC0-9BD4-4B94-BA7E-D99659FFC551}"/>
    </a:ext>
  </a:extLst>
</a:theme>
</file>

<file path=ppt/theme/theme5.xml><?xml version="1.0" encoding="utf-8"?>
<a:theme xmlns:a="http://schemas.openxmlformats.org/drawingml/2006/main" name="5">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23 UBE PPP_169_V3_entw1.pptx" id="{320F5B9C-A90C-49C1-B68C-6D1387B8CC7F}" vid="{4EC11675-298F-428E-A9BF-A31917A61436}"/>
    </a:ext>
  </a:extLst>
</a:theme>
</file>

<file path=ppt/theme/theme6.xml><?xml version="1.0" encoding="utf-8"?>
<a:theme xmlns:a="http://schemas.openxmlformats.org/drawingml/2006/main" name="Guidlin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23 UBE PPP_169_V3_entw1.pptx" id="{320F5B9C-A90C-49C1-B68C-6D1387B8CC7F}" vid="{537F7234-F006-46B7-8EDD-53C1CCB107B6}"/>
    </a:ext>
  </a:extLst>
</a:theme>
</file>

<file path=ppt/theme/theme7.xml><?xml version="1.0" encoding="utf-8"?>
<a:theme xmlns:a="http://schemas.openxmlformats.org/drawingml/2006/main" name="Cambridge">
  <a:themeElements>
    <a:clrScheme name="Simple-blue">
      <a:dk1>
        <a:srgbClr val="313131"/>
      </a:dk1>
      <a:lt1>
        <a:srgbClr val="FFFFFF"/>
      </a:lt1>
      <a:dk2>
        <a:srgbClr val="313131"/>
      </a:dk2>
      <a:lt2>
        <a:srgbClr val="FFFFFF"/>
      </a:lt2>
      <a:accent1>
        <a:srgbClr val="425B7A"/>
      </a:accent1>
      <a:accent2>
        <a:srgbClr val="54749A"/>
      </a:accent2>
      <a:accent3>
        <a:srgbClr val="7CACC4"/>
      </a:accent3>
      <a:accent4>
        <a:srgbClr val="C7D9E5"/>
      </a:accent4>
      <a:accent5>
        <a:srgbClr val="DAE6EE"/>
      </a:accent5>
      <a:accent6>
        <a:srgbClr val="EFF4F7"/>
      </a:accent6>
      <a:hlink>
        <a:srgbClr val="BFBFBF"/>
      </a:hlink>
      <a:folHlink>
        <a:srgbClr val="7E7E7E"/>
      </a:folHlink>
    </a:clrScheme>
    <a:fontScheme name="Simple">
      <a:majorFont>
        <a:latin typeface="Arial"/>
        <a:ea typeface=""/>
        <a:cs typeface=""/>
      </a:majorFont>
      <a:minorFont>
        <a:latin typeface="Arial"/>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9AD26C8-86C7-4605-B53C-C85C9C72205A}">
  <we:reference id="wa200005566" version="3.0.0.5" store="en-US" storeType="OMEX"/>
  <we:alternateReferences>
    <we:reference id="WA200005566" version="3.0.0.5" store="WA200005566" storeType="OMEX"/>
  </we:alternateReferences>
  <we:properties>
    <we:property name="theme" value="{&quot;name&quot;:&quot;Blue&quot;,&quot;color&quot;:&quot;#425B7A&quot;,&quot;colorPalette&quot;:[&quot;313131&quot;,&quot;FFFFFF&quot;,&quot;313131&quot;,&quot;FFFFFF&quot;,&quot;425B7A&quot;,&quot;54749A&quot;,&quot;7CACC4&quot;,&quot;C7D9E5&quot;,&quot;DAE6EE&quot;,&quot;EFF4F7&quot;,&quot;BFBFBF&quot;,&quot;7E7E7E&quot;],&quot;previewImages&quot;:[&quot;https://cpp.appsdowonders.com/assets/SlideTitle-cambridge.webp&quot;,&quot;https://cpp.appsdowonders.com/assets/SlideAgenda-cambridge.webp&quot;,&quot;https://cpp.appsdowonders.com/assets/SlideTextbox1V1-cambridge.webp&quot;,&quot;https://cpp.appsdowonders.com/assets/SlideTextbox3V1-cambridge.webp&quot;,&quot;https://cpp.appsdowonders.com/assets/SlideTable-cambridge.webp&quot;,&quot;https://cpp.appsdowonders.com/assets/SlideTimelineV1-cambridge.webp&quot;],&quot;isDefault&quot;:true,&quot;previewAnimation&quot;:&quot;https://cpp.appsdowonders.com/assets/cambridge-preview.gif&quot;,&quot;index&quot;:0,&quot;template&quot;:&quot;Cambridg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UniBe_Vorlage_PP_unirot_02112018</Template>
  <TotalTime>190</TotalTime>
  <Words>2909</Words>
  <Application>Microsoft Office PowerPoint</Application>
  <PresentationFormat>On-screen Show (16:9)</PresentationFormat>
  <Paragraphs>171</Paragraphs>
  <Slides>15</Slides>
  <Notes>13</Notes>
  <HiddenSlides>0</HiddenSlides>
  <MMClips>0</MMClips>
  <ScaleCrop>false</ScaleCrop>
  <HeadingPairs>
    <vt:vector size="6" baseType="variant">
      <vt:variant>
        <vt:lpstr>Fonts Used</vt:lpstr>
      </vt:variant>
      <vt:variant>
        <vt:i4>3</vt:i4>
      </vt:variant>
      <vt:variant>
        <vt:lpstr>Theme</vt:lpstr>
      </vt:variant>
      <vt:variant>
        <vt:i4>7</vt:i4>
      </vt:variant>
      <vt:variant>
        <vt:lpstr>Slide Titles</vt:lpstr>
      </vt:variant>
      <vt:variant>
        <vt:i4>15</vt:i4>
      </vt:variant>
    </vt:vector>
  </HeadingPairs>
  <TitlesOfParts>
    <vt:vector size="25" baseType="lpstr">
      <vt:lpstr>Arial</vt:lpstr>
      <vt:lpstr>Calibri</vt:lpstr>
      <vt:lpstr>Wingdings</vt:lpstr>
      <vt:lpstr>1</vt:lpstr>
      <vt:lpstr>2</vt:lpstr>
      <vt:lpstr>3</vt:lpstr>
      <vt:lpstr>4</vt:lpstr>
      <vt:lpstr>5</vt:lpstr>
      <vt:lpstr>Guidlines</vt:lpstr>
      <vt:lpstr>Cambridge</vt:lpstr>
      <vt:lpstr>SelfHelp</vt:lpstr>
      <vt:lpstr>SelfHelp: A Platform for Digital Programs, Research and Support</vt:lpstr>
      <vt:lpstr>What SelfHelp Is</vt:lpstr>
      <vt:lpstr>How SelfHelp Evolved</vt:lpstr>
      <vt:lpstr>What Teams Can Achieve with It</vt:lpstr>
      <vt:lpstr>Why SelfHelp Works as a Platform, Not Just a Tool</vt:lpstr>
      <vt:lpstr> Focus Plugin 1: SurveyJS</vt:lpstr>
      <vt:lpstr>Focus Plugin 2: LLM</vt:lpstr>
      <vt:lpstr>Focus Plugin 3: LLM Therapy Chat</vt:lpstr>
      <vt:lpstr>Mobile App: Bringing SelfHelp into Daily Use</vt:lpstr>
      <vt:lpstr>How SelfHelp Compares to Existing Open, Self-Hosted Options</vt:lpstr>
      <vt:lpstr> SelfHelp 2: Why the Redesign Matters</vt:lpstr>
      <vt:lpstr>Closing: Why SelfHelp Matters Now</vt:lpstr>
      <vt:lpstr>References</vt:lpstr>
      <vt:lpstr>Thank You</vt:lpstr>
    </vt:vector>
  </TitlesOfParts>
  <Company>Universität Bern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Kodzhabashev, Stefan Tiholov (HUMDEK)</dc:creator>
  <cp:lastModifiedBy>Kodzhabashev, Stefan Tiholov (HUMDEK)</cp:lastModifiedBy>
  <cp:revision>62</cp:revision>
  <cp:lastPrinted>2018-05-01T08:16:01Z</cp:lastPrinted>
  <dcterms:created xsi:type="dcterms:W3CDTF">2021-10-11T07:36:03Z</dcterms:created>
  <dcterms:modified xsi:type="dcterms:W3CDTF">2026-03-23T16:25:40Z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2016-05-19T00:00:00Z</vt:filetime>
  </property>
  <property fmtid="{D5CDD505-2E9C-101B-9397-08002B2CF9AE}" pid="3" name="Creator">
    <vt:lpwstr>Adobe InDesign CC 2015 (Macintosh)</vt:lpwstr>
  </property>
  <property fmtid="{D5CDD505-2E9C-101B-9397-08002B2CF9AE}" pid="4" name="LastSaved">
    <vt:filetime>2016-05-19T00:00:00Z</vt:filetime>
  </property>
</Properties>
</file>